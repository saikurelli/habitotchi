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  <p:sldMasterId id="214748368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Anton"/>
      <p:regular r:id="rId14"/>
    </p:embeddedFont>
    <p:embeddedFont>
      <p:font typeface="Economica"/>
      <p:regular r:id="rId15"/>
      <p:bold r:id="rId16"/>
      <p:italic r:id="rId17"/>
      <p:boldItalic r:id="rId18"/>
    </p:embeddedFont>
    <p:embeddedFont>
      <p:font typeface="Anaheim"/>
      <p:regular r:id="rId19"/>
    </p:embeddedFont>
    <p:embeddedFont>
      <p:font typeface="Poppins"/>
      <p:regular r:id="rId20"/>
      <p:bold r:id="rId21"/>
      <p:italic r:id="rId22"/>
      <p:boldItalic r:id="rId23"/>
    </p:embeddedFont>
    <p:embeddedFont>
      <p:font typeface="Fira Sans Extra Condensed Medium"/>
      <p:regular r:id="rId24"/>
      <p:bold r:id="rId25"/>
      <p:italic r:id="rId26"/>
      <p:boldItalic r:id="rId27"/>
    </p:embeddedFont>
    <p:embeddedFont>
      <p:font typeface="Poppins Light"/>
      <p:regular r:id="rId28"/>
      <p:bold r:id="rId29"/>
      <p:italic r:id="rId30"/>
      <p:boldItalic r:id="rId31"/>
    </p:embeddedFont>
    <p:embeddedFont>
      <p:font typeface="Antic Slab"/>
      <p:regular r:id="rId32"/>
    </p:embeddedFont>
    <p:embeddedFont>
      <p:font typeface="Oswald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FiraSansExtraCondensedMedium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FiraSansExtraCondensedMedium-italic.fntdata"/><Relationship Id="rId25" Type="http://schemas.openxmlformats.org/officeDocument/2006/relationships/font" Target="fonts/FiraSansExtraCondensedMedium-bold.fntdata"/><Relationship Id="rId28" Type="http://schemas.openxmlformats.org/officeDocument/2006/relationships/font" Target="fonts/PoppinsLight-regular.fntdata"/><Relationship Id="rId27" Type="http://schemas.openxmlformats.org/officeDocument/2006/relationships/font" Target="fonts/FiraSansExtraCondensed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boldItalic.fntdata"/><Relationship Id="rId30" Type="http://schemas.openxmlformats.org/officeDocument/2006/relationships/font" Target="fonts/PoppinsLight-italic.fntdata"/><Relationship Id="rId11" Type="http://schemas.openxmlformats.org/officeDocument/2006/relationships/slide" Target="slides/slide5.xml"/><Relationship Id="rId33" Type="http://schemas.openxmlformats.org/officeDocument/2006/relationships/font" Target="fonts/Oswald-regular.fntdata"/><Relationship Id="rId10" Type="http://schemas.openxmlformats.org/officeDocument/2006/relationships/slide" Target="slides/slide4.xml"/><Relationship Id="rId32" Type="http://schemas.openxmlformats.org/officeDocument/2006/relationships/font" Target="fonts/AnticSlab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Oswald-bold.fntdata"/><Relationship Id="rId15" Type="http://schemas.openxmlformats.org/officeDocument/2006/relationships/font" Target="fonts/Economica-regular.fntdata"/><Relationship Id="rId14" Type="http://schemas.openxmlformats.org/officeDocument/2006/relationships/font" Target="fonts/Anton-regular.fntdata"/><Relationship Id="rId17" Type="http://schemas.openxmlformats.org/officeDocument/2006/relationships/font" Target="fonts/Economica-italic.fntdata"/><Relationship Id="rId16" Type="http://schemas.openxmlformats.org/officeDocument/2006/relationships/font" Target="fonts/Economica-bold.fntdata"/><Relationship Id="rId19" Type="http://schemas.openxmlformats.org/officeDocument/2006/relationships/font" Target="fonts/Anaheim-regular.fntdata"/><Relationship Id="rId18" Type="http://schemas.openxmlformats.org/officeDocument/2006/relationships/font" Target="fonts/Economica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2c48b53f24_0_3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2c48b53f24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c48b53f24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2c48b53f2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2c48b53f24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2c48b53f24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2c48b53f24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2c48b53f24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2c61a9f5b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2c61a9f5b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2c61a9f5b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2c61a9f5b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2c61a9f5b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2c61a9f5b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bg>
      <p:bgPr>
        <a:solidFill>
          <a:srgbClr val="FFFFF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978225" y="1834275"/>
            <a:ext cx="3616800" cy="17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485575" y="3344275"/>
            <a:ext cx="21093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56225" y="1456676"/>
            <a:ext cx="5965754" cy="4187397"/>
            <a:chOff x="103" y="1456669"/>
            <a:chExt cx="5909613" cy="4187397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353849" y="1456669"/>
              <a:ext cx="5555867" cy="4187397"/>
              <a:chOff x="2534179" y="3686075"/>
              <a:chExt cx="1481446" cy="111655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2675325" y="3841600"/>
                <a:ext cx="1340300" cy="961025"/>
              </a:xfrm>
              <a:custGeom>
                <a:rect b="b" l="l" r="r" t="t"/>
                <a:pathLst>
                  <a:path extrusionOk="0" h="38441" w="53612">
                    <a:moveTo>
                      <a:pt x="39043" y="3843"/>
                    </a:moveTo>
                    <a:cubicBezTo>
                      <a:pt x="40256" y="3843"/>
                      <a:pt x="41202" y="4963"/>
                      <a:pt x="40977" y="6167"/>
                    </a:cubicBezTo>
                    <a:cubicBezTo>
                      <a:pt x="40861" y="7023"/>
                      <a:pt x="40194" y="7690"/>
                      <a:pt x="39411" y="7806"/>
                    </a:cubicBezTo>
                    <a:cubicBezTo>
                      <a:pt x="39289" y="7828"/>
                      <a:pt x="39168" y="7838"/>
                      <a:pt x="39051" y="7838"/>
                    </a:cubicBezTo>
                    <a:cubicBezTo>
                      <a:pt x="37828" y="7838"/>
                      <a:pt x="36893" y="6718"/>
                      <a:pt x="37105" y="5514"/>
                    </a:cubicBezTo>
                    <a:cubicBezTo>
                      <a:pt x="37235" y="4658"/>
                      <a:pt x="37888" y="3991"/>
                      <a:pt x="38686" y="3875"/>
                    </a:cubicBezTo>
                    <a:cubicBezTo>
                      <a:pt x="38807" y="3853"/>
                      <a:pt x="38926" y="3843"/>
                      <a:pt x="39043" y="3843"/>
                    </a:cubicBezTo>
                    <a:close/>
                    <a:moveTo>
                      <a:pt x="38299" y="0"/>
                    </a:moveTo>
                    <a:cubicBezTo>
                      <a:pt x="36202" y="0"/>
                      <a:pt x="34126" y="782"/>
                      <a:pt x="32579" y="2251"/>
                    </a:cubicBezTo>
                    <a:cubicBezTo>
                      <a:pt x="31970" y="2845"/>
                      <a:pt x="31187" y="3208"/>
                      <a:pt x="30215" y="3208"/>
                    </a:cubicBezTo>
                    <a:cubicBezTo>
                      <a:pt x="29736" y="3208"/>
                      <a:pt x="29257" y="3092"/>
                      <a:pt x="28822" y="2903"/>
                    </a:cubicBezTo>
                    <a:cubicBezTo>
                      <a:pt x="27607" y="2337"/>
                      <a:pt x="26320" y="2053"/>
                      <a:pt x="25050" y="2053"/>
                    </a:cubicBezTo>
                    <a:cubicBezTo>
                      <a:pt x="23228" y="2053"/>
                      <a:pt x="21441" y="2638"/>
                      <a:pt x="19945" y="3817"/>
                    </a:cubicBezTo>
                    <a:cubicBezTo>
                      <a:pt x="18437" y="5079"/>
                      <a:pt x="17102" y="6602"/>
                      <a:pt x="16014" y="8227"/>
                    </a:cubicBezTo>
                    <a:cubicBezTo>
                      <a:pt x="14201" y="11128"/>
                      <a:pt x="11605" y="13419"/>
                      <a:pt x="8457" y="14696"/>
                    </a:cubicBezTo>
                    <a:cubicBezTo>
                      <a:pt x="8225" y="14812"/>
                      <a:pt x="7978" y="14942"/>
                      <a:pt x="7790" y="15000"/>
                    </a:cubicBezTo>
                    <a:cubicBezTo>
                      <a:pt x="5861" y="15900"/>
                      <a:pt x="4657" y="17960"/>
                      <a:pt x="4889" y="20077"/>
                    </a:cubicBezTo>
                    <a:cubicBezTo>
                      <a:pt x="4961" y="20251"/>
                      <a:pt x="4961" y="20440"/>
                      <a:pt x="4889" y="20672"/>
                    </a:cubicBezTo>
                    <a:cubicBezTo>
                      <a:pt x="4773" y="21528"/>
                      <a:pt x="4106" y="22253"/>
                      <a:pt x="3206" y="22369"/>
                    </a:cubicBezTo>
                    <a:lnTo>
                      <a:pt x="3148" y="22369"/>
                    </a:lnTo>
                    <a:cubicBezTo>
                      <a:pt x="1393" y="22616"/>
                      <a:pt x="59" y="24066"/>
                      <a:pt x="1" y="25821"/>
                    </a:cubicBezTo>
                    <a:lnTo>
                      <a:pt x="1" y="25879"/>
                    </a:lnTo>
                    <a:cubicBezTo>
                      <a:pt x="1" y="32827"/>
                      <a:pt x="6949" y="38441"/>
                      <a:pt x="15536" y="38441"/>
                    </a:cubicBezTo>
                    <a:cubicBezTo>
                      <a:pt x="18611" y="38441"/>
                      <a:pt x="21512" y="37715"/>
                      <a:pt x="23934" y="36453"/>
                    </a:cubicBezTo>
                    <a:cubicBezTo>
                      <a:pt x="26404" y="35103"/>
                      <a:pt x="29139" y="34382"/>
                      <a:pt x="31903" y="34382"/>
                    </a:cubicBezTo>
                    <a:cubicBezTo>
                      <a:pt x="32109" y="34382"/>
                      <a:pt x="32315" y="34386"/>
                      <a:pt x="32521" y="34394"/>
                    </a:cubicBezTo>
                    <a:lnTo>
                      <a:pt x="33536" y="34394"/>
                    </a:lnTo>
                    <a:cubicBezTo>
                      <a:pt x="44604" y="34394"/>
                      <a:pt x="53611" y="26547"/>
                      <a:pt x="53611" y="16814"/>
                    </a:cubicBezTo>
                    <a:cubicBezTo>
                      <a:pt x="53611" y="9503"/>
                      <a:pt x="48535" y="3208"/>
                      <a:pt x="41282" y="553"/>
                    </a:cubicBezTo>
                    <a:cubicBezTo>
                      <a:pt x="40321" y="181"/>
                      <a:pt x="39307" y="0"/>
                      <a:pt x="38299" y="0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3646800" y="3686075"/>
                <a:ext cx="90675" cy="89225"/>
              </a:xfrm>
              <a:custGeom>
                <a:rect b="b" l="l" r="r" t="t"/>
                <a:pathLst>
                  <a:path extrusionOk="0" h="3569" w="3627">
                    <a:moveTo>
                      <a:pt x="1814" y="1"/>
                    </a:moveTo>
                    <a:cubicBezTo>
                      <a:pt x="842" y="1"/>
                      <a:pt x="1" y="784"/>
                      <a:pt x="1" y="1814"/>
                    </a:cubicBezTo>
                    <a:cubicBezTo>
                      <a:pt x="1" y="2786"/>
                      <a:pt x="842" y="3569"/>
                      <a:pt x="1814" y="3569"/>
                    </a:cubicBezTo>
                    <a:cubicBezTo>
                      <a:pt x="2786" y="3569"/>
                      <a:pt x="3627" y="2786"/>
                      <a:pt x="3627" y="1814"/>
                    </a:cubicBezTo>
                    <a:cubicBezTo>
                      <a:pt x="3627" y="784"/>
                      <a:pt x="2786" y="1"/>
                      <a:pt x="1814" y="1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534179" y="3874193"/>
                <a:ext cx="152675" cy="152700"/>
              </a:xfrm>
              <a:custGeom>
                <a:rect b="b" l="l" r="r" t="t"/>
                <a:pathLst>
                  <a:path extrusionOk="0" h="6108" w="6107">
                    <a:moveTo>
                      <a:pt x="3075" y="0"/>
                    </a:moveTo>
                    <a:cubicBezTo>
                      <a:pt x="1393" y="0"/>
                      <a:pt x="0" y="1335"/>
                      <a:pt x="0" y="3018"/>
                    </a:cubicBezTo>
                    <a:cubicBezTo>
                      <a:pt x="0" y="4715"/>
                      <a:pt x="1393" y="6107"/>
                      <a:pt x="3075" y="6107"/>
                    </a:cubicBezTo>
                    <a:cubicBezTo>
                      <a:pt x="4772" y="6107"/>
                      <a:pt x="6107" y="4715"/>
                      <a:pt x="6107" y="3018"/>
                    </a:cubicBezTo>
                    <a:cubicBezTo>
                      <a:pt x="6107" y="1335"/>
                      <a:pt x="4772" y="0"/>
                      <a:pt x="3075" y="0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2696350" y="3955150"/>
                <a:ext cx="54425" cy="55875"/>
              </a:xfrm>
              <a:custGeom>
                <a:rect b="b" l="l" r="r" t="t"/>
                <a:pathLst>
                  <a:path extrusionOk="0" h="2235" w="2177">
                    <a:moveTo>
                      <a:pt x="1089" y="0"/>
                    </a:moveTo>
                    <a:cubicBezTo>
                      <a:pt x="494" y="0"/>
                      <a:pt x="1" y="537"/>
                      <a:pt x="1" y="1146"/>
                    </a:cubicBezTo>
                    <a:cubicBezTo>
                      <a:pt x="1" y="1755"/>
                      <a:pt x="494" y="2234"/>
                      <a:pt x="1089" y="2234"/>
                    </a:cubicBezTo>
                    <a:cubicBezTo>
                      <a:pt x="1698" y="2234"/>
                      <a:pt x="2177" y="1755"/>
                      <a:pt x="2177" y="1146"/>
                    </a:cubicBezTo>
                    <a:cubicBezTo>
                      <a:pt x="2177" y="537"/>
                      <a:pt x="1698" y="0"/>
                      <a:pt x="1089" y="0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17;p2"/>
            <p:cNvSpPr/>
            <p:nvPr/>
          </p:nvSpPr>
          <p:spPr>
            <a:xfrm flipH="1">
              <a:off x="103" y="1955775"/>
              <a:ext cx="4426672" cy="3254997"/>
            </a:xfrm>
            <a:custGeom>
              <a:rect b="b" l="l" r="r" t="t"/>
              <a:pathLst>
                <a:path extrusionOk="0" h="31998" w="44430">
                  <a:moveTo>
                    <a:pt x="40231" y="1"/>
                  </a:moveTo>
                  <a:cubicBezTo>
                    <a:pt x="38589" y="1"/>
                    <a:pt x="36930" y="353"/>
                    <a:pt x="35422" y="1000"/>
                  </a:cubicBezTo>
                  <a:cubicBezTo>
                    <a:pt x="32332" y="2320"/>
                    <a:pt x="29794" y="4800"/>
                    <a:pt x="27981" y="7643"/>
                  </a:cubicBezTo>
                  <a:cubicBezTo>
                    <a:pt x="26298" y="10181"/>
                    <a:pt x="25021" y="13140"/>
                    <a:pt x="22483" y="14780"/>
                  </a:cubicBezTo>
                  <a:cubicBezTo>
                    <a:pt x="20612" y="15925"/>
                    <a:pt x="18378" y="16172"/>
                    <a:pt x="16260" y="16535"/>
                  </a:cubicBezTo>
                  <a:cubicBezTo>
                    <a:pt x="13664" y="16955"/>
                    <a:pt x="11068" y="17434"/>
                    <a:pt x="8645" y="18464"/>
                  </a:cubicBezTo>
                  <a:cubicBezTo>
                    <a:pt x="6223" y="19436"/>
                    <a:pt x="3931" y="21002"/>
                    <a:pt x="2423" y="23178"/>
                  </a:cubicBezTo>
                  <a:cubicBezTo>
                    <a:pt x="667" y="25716"/>
                    <a:pt x="116" y="28922"/>
                    <a:pt x="0" y="31997"/>
                  </a:cubicBezTo>
                  <a:lnTo>
                    <a:pt x="43515" y="31997"/>
                  </a:lnTo>
                  <a:cubicBezTo>
                    <a:pt x="43994" y="31997"/>
                    <a:pt x="44429" y="31576"/>
                    <a:pt x="44429" y="31098"/>
                  </a:cubicBezTo>
                  <a:lnTo>
                    <a:pt x="44429" y="869"/>
                  </a:lnTo>
                  <a:cubicBezTo>
                    <a:pt x="43122" y="277"/>
                    <a:pt x="41683" y="1"/>
                    <a:pt x="40231" y="1"/>
                  </a:cubicBezTo>
                  <a:close/>
                </a:path>
              </a:pathLst>
            </a:custGeom>
            <a:solidFill>
              <a:srgbClr val="FF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 flipH="1" rot="10800000">
              <a:off x="1178568" y="1849738"/>
              <a:ext cx="107776" cy="106044"/>
            </a:xfrm>
            <a:custGeom>
              <a:rect b="b" l="l" r="r" t="t"/>
              <a:pathLst>
                <a:path extrusionOk="0" h="3569" w="3627">
                  <a:moveTo>
                    <a:pt x="1814" y="1"/>
                  </a:moveTo>
                  <a:cubicBezTo>
                    <a:pt x="842" y="1"/>
                    <a:pt x="1" y="784"/>
                    <a:pt x="1" y="1814"/>
                  </a:cubicBezTo>
                  <a:cubicBezTo>
                    <a:pt x="1" y="2786"/>
                    <a:pt x="842" y="3569"/>
                    <a:pt x="1814" y="3569"/>
                  </a:cubicBezTo>
                  <a:cubicBezTo>
                    <a:pt x="2786" y="3569"/>
                    <a:pt x="3627" y="2786"/>
                    <a:pt x="3627" y="1814"/>
                  </a:cubicBezTo>
                  <a:cubicBezTo>
                    <a:pt x="3627" y="784"/>
                    <a:pt x="2786" y="1"/>
                    <a:pt x="1814" y="1"/>
                  </a:cubicBezTo>
                  <a:close/>
                </a:path>
              </a:pathLst>
            </a:custGeom>
            <a:solidFill>
              <a:srgbClr val="FF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flipH="1" rot="10800000">
              <a:off x="788275" y="1486674"/>
              <a:ext cx="64690" cy="66407"/>
            </a:xfrm>
            <a:custGeom>
              <a:rect b="b" l="l" r="r" t="t"/>
              <a:pathLst>
                <a:path extrusionOk="0" h="2235" w="2177">
                  <a:moveTo>
                    <a:pt x="1089" y="0"/>
                  </a:moveTo>
                  <a:cubicBezTo>
                    <a:pt x="494" y="0"/>
                    <a:pt x="1" y="537"/>
                    <a:pt x="1" y="1146"/>
                  </a:cubicBezTo>
                  <a:cubicBezTo>
                    <a:pt x="1" y="1755"/>
                    <a:pt x="494" y="2234"/>
                    <a:pt x="1089" y="2234"/>
                  </a:cubicBezTo>
                  <a:cubicBezTo>
                    <a:pt x="1698" y="2234"/>
                    <a:pt x="2177" y="1755"/>
                    <a:pt x="2177" y="1146"/>
                  </a:cubicBezTo>
                  <a:cubicBezTo>
                    <a:pt x="2177" y="537"/>
                    <a:pt x="1698" y="0"/>
                    <a:pt x="1089" y="0"/>
                  </a:cubicBezTo>
                  <a:close/>
                </a:path>
              </a:pathLst>
            </a:custGeom>
            <a:solidFill>
              <a:srgbClr val="FF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lank slide">
  <p:cSld name="CUSTOM_12_1_1"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22" name="Google Shape;22;p3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">
  <p:cSld name="CUSTOM_13_2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 flipH="1" rot="5400000">
            <a:off x="-750511" y="657839"/>
            <a:ext cx="4924732" cy="3546738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1105050" y="3462325"/>
            <a:ext cx="208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" name="Google Shape;26;p4"/>
          <p:cNvSpPr txBox="1"/>
          <p:nvPr>
            <p:ph type="ctrTitle"/>
          </p:nvPr>
        </p:nvSpPr>
        <p:spPr>
          <a:xfrm>
            <a:off x="1323002" y="302547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7" name="Google Shape;27;p4"/>
          <p:cNvSpPr txBox="1"/>
          <p:nvPr>
            <p:ph idx="2" type="subTitle"/>
          </p:nvPr>
        </p:nvSpPr>
        <p:spPr>
          <a:xfrm>
            <a:off x="3528850" y="3462325"/>
            <a:ext cx="208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" name="Google Shape;28;p4"/>
          <p:cNvSpPr txBox="1"/>
          <p:nvPr>
            <p:ph idx="3" type="ctrTitle"/>
          </p:nvPr>
        </p:nvSpPr>
        <p:spPr>
          <a:xfrm>
            <a:off x="3746752" y="302547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9" name="Google Shape;29;p4"/>
          <p:cNvSpPr txBox="1"/>
          <p:nvPr>
            <p:ph idx="4" type="subTitle"/>
          </p:nvPr>
        </p:nvSpPr>
        <p:spPr>
          <a:xfrm>
            <a:off x="5952650" y="3462325"/>
            <a:ext cx="208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" name="Google Shape;30;p4"/>
          <p:cNvSpPr txBox="1"/>
          <p:nvPr>
            <p:ph idx="5" type="ctrTitle"/>
          </p:nvPr>
        </p:nvSpPr>
        <p:spPr>
          <a:xfrm>
            <a:off x="6170552" y="302547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1" name="Google Shape;31;p4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32" name="Google Shape;32;p4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13_1_3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713601" y="1538275"/>
            <a:ext cx="7716911" cy="2767030"/>
          </a:xfrm>
          <a:custGeom>
            <a:rect b="b" l="l" r="r" t="t"/>
            <a:pathLst>
              <a:path extrusionOk="0" h="4000" w="31690">
                <a:moveTo>
                  <a:pt x="0" y="1"/>
                </a:moveTo>
                <a:lnTo>
                  <a:pt x="0" y="4000"/>
                </a:lnTo>
                <a:lnTo>
                  <a:pt x="31690" y="4000"/>
                </a:lnTo>
                <a:lnTo>
                  <a:pt x="31690" y="1"/>
                </a:lnTo>
                <a:close/>
              </a:path>
            </a:pathLst>
          </a:cu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3080300" y="1981500"/>
            <a:ext cx="2991900" cy="18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37" name="Google Shape;37;p5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13"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 rot="5400000">
            <a:off x="-785901" y="733690"/>
            <a:ext cx="5178317" cy="3729287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713500" y="2526700"/>
            <a:ext cx="7716990" cy="1763900"/>
          </a:xfrm>
          <a:custGeom>
            <a:rect b="b" l="l" r="r" t="t"/>
            <a:pathLst>
              <a:path extrusionOk="0" h="4000" w="31690">
                <a:moveTo>
                  <a:pt x="0" y="1"/>
                </a:moveTo>
                <a:lnTo>
                  <a:pt x="0" y="4000"/>
                </a:lnTo>
                <a:lnTo>
                  <a:pt x="31690" y="4000"/>
                </a:lnTo>
                <a:lnTo>
                  <a:pt x="31690" y="1"/>
                </a:lnTo>
                <a:close/>
              </a:path>
            </a:pathLst>
          </a:cu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 txBox="1"/>
          <p:nvPr>
            <p:ph idx="1" type="subTitle"/>
          </p:nvPr>
        </p:nvSpPr>
        <p:spPr>
          <a:xfrm>
            <a:off x="944837" y="312245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type="ctrTitle"/>
          </p:nvPr>
        </p:nvSpPr>
        <p:spPr>
          <a:xfrm>
            <a:off x="887790" y="264794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831762" y="312245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ctrTitle"/>
          </p:nvPr>
        </p:nvSpPr>
        <p:spPr>
          <a:xfrm>
            <a:off x="2774665" y="264794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4718637" y="312245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ctrTitle"/>
          </p:nvPr>
        </p:nvSpPr>
        <p:spPr>
          <a:xfrm>
            <a:off x="4661540" y="264794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subTitle"/>
          </p:nvPr>
        </p:nvSpPr>
        <p:spPr>
          <a:xfrm>
            <a:off x="6605512" y="312245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7" type="ctrTitle"/>
          </p:nvPr>
        </p:nvSpPr>
        <p:spPr>
          <a:xfrm>
            <a:off x="6548415" y="264794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8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50" name="Google Shape;50;p6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1">
  <p:cSld name="CUSTOM_1_1_1_1_2_1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1524150" y="3299475"/>
            <a:ext cx="6095700" cy="14295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1766800" y="3486035"/>
            <a:ext cx="1845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type="ctrTitle"/>
          </p:nvPr>
        </p:nvSpPr>
        <p:spPr>
          <a:xfrm>
            <a:off x="1864075" y="2794146"/>
            <a:ext cx="165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5" name="Google Shape;55;p7"/>
          <p:cNvSpPr txBox="1"/>
          <p:nvPr>
            <p:ph idx="2" type="ctrTitle"/>
          </p:nvPr>
        </p:nvSpPr>
        <p:spPr>
          <a:xfrm>
            <a:off x="3746700" y="2794146"/>
            <a:ext cx="165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6" name="Google Shape;56;p7"/>
          <p:cNvSpPr txBox="1"/>
          <p:nvPr>
            <p:ph idx="3" type="ctrTitle"/>
          </p:nvPr>
        </p:nvSpPr>
        <p:spPr>
          <a:xfrm>
            <a:off x="5629325" y="2794146"/>
            <a:ext cx="165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7" name="Google Shape;57;p7"/>
          <p:cNvSpPr txBox="1"/>
          <p:nvPr>
            <p:ph idx="4" type="subTitle"/>
          </p:nvPr>
        </p:nvSpPr>
        <p:spPr>
          <a:xfrm>
            <a:off x="3649450" y="3486035"/>
            <a:ext cx="1845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5" type="subTitle"/>
          </p:nvPr>
        </p:nvSpPr>
        <p:spPr>
          <a:xfrm>
            <a:off x="5532100" y="3486035"/>
            <a:ext cx="1845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60" name="Google Shape;60;p7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numbers ">
  <p:cSld name="CUSTOM_1_1_1_1_1_1_2"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759150" y="3042775"/>
            <a:ext cx="3594900" cy="11301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1878200" y="1398300"/>
            <a:ext cx="5387400" cy="1384200"/>
          </a:xfrm>
          <a:prstGeom prst="rect">
            <a:avLst/>
          </a:prstGeom>
          <a:solidFill>
            <a:srgbClr val="F25151"/>
          </a:solidFill>
          <a:ln cap="flat" cmpd="sng" w="19050">
            <a:solidFill>
              <a:srgbClr val="F25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4633025" y="3765325"/>
            <a:ext cx="3594900" cy="898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 txBox="1"/>
          <p:nvPr>
            <p:ph type="title"/>
          </p:nvPr>
        </p:nvSpPr>
        <p:spPr>
          <a:xfrm>
            <a:off x="2637350" y="1664550"/>
            <a:ext cx="38694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None/>
              <a:defRPr sz="7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2" type="title"/>
          </p:nvPr>
        </p:nvSpPr>
        <p:spPr>
          <a:xfrm>
            <a:off x="911276" y="3318850"/>
            <a:ext cx="329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None/>
              <a:defRPr sz="48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3" type="title"/>
          </p:nvPr>
        </p:nvSpPr>
        <p:spPr>
          <a:xfrm>
            <a:off x="4829526" y="3929900"/>
            <a:ext cx="3201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None/>
              <a:defRPr sz="36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4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69" name="Google Shape;69;p8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">
  <p:cSld name="CUSTOM_12_1"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/>
          <p:nvPr/>
        </p:nvSpPr>
        <p:spPr>
          <a:xfrm flipH="1" rot="10800000">
            <a:off x="3506300" y="0"/>
            <a:ext cx="5637723" cy="4060226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73" name="Google Shape;73;p9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design 3">
  <p:cSld name="CUSTOM_13_1_3_1">
    <p:bg>
      <p:bgPr>
        <a:solidFill>
          <a:srgbClr val="F2515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1798575" y="1606925"/>
            <a:ext cx="5555400" cy="2629800"/>
          </a:xfrm>
          <a:prstGeom prst="rect">
            <a:avLst/>
          </a:prstGeom>
          <a:noFill/>
          <a:ln cap="flat" cmpd="sng" w="19050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77" name="Google Shape;77;p10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8"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 rot="10800000">
            <a:off x="104" y="85"/>
            <a:ext cx="4426672" cy="3188041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/>
          <p:nvPr/>
        </p:nvSpPr>
        <p:spPr>
          <a:xfrm>
            <a:off x="1178571" y="3188125"/>
            <a:ext cx="107776" cy="106053"/>
          </a:xfrm>
          <a:custGeom>
            <a:rect b="b" l="l" r="r" t="t"/>
            <a:pathLst>
              <a:path extrusionOk="0" h="3569" w="3627">
                <a:moveTo>
                  <a:pt x="1814" y="1"/>
                </a:moveTo>
                <a:cubicBezTo>
                  <a:pt x="842" y="1"/>
                  <a:pt x="1" y="784"/>
                  <a:pt x="1" y="1814"/>
                </a:cubicBezTo>
                <a:cubicBezTo>
                  <a:pt x="1" y="2786"/>
                  <a:pt x="842" y="3569"/>
                  <a:pt x="1814" y="3569"/>
                </a:cubicBezTo>
                <a:cubicBezTo>
                  <a:pt x="2786" y="3569"/>
                  <a:pt x="3627" y="2786"/>
                  <a:pt x="3627" y="1814"/>
                </a:cubicBezTo>
                <a:cubicBezTo>
                  <a:pt x="3627" y="784"/>
                  <a:pt x="2786" y="1"/>
                  <a:pt x="1814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788279" y="3590867"/>
            <a:ext cx="64690" cy="66413"/>
          </a:xfrm>
          <a:custGeom>
            <a:rect b="b" l="l" r="r" t="t"/>
            <a:pathLst>
              <a:path extrusionOk="0" h="2235" w="2177">
                <a:moveTo>
                  <a:pt x="1089" y="0"/>
                </a:moveTo>
                <a:cubicBezTo>
                  <a:pt x="494" y="0"/>
                  <a:pt x="1" y="537"/>
                  <a:pt x="1" y="1146"/>
                </a:cubicBezTo>
                <a:cubicBezTo>
                  <a:pt x="1" y="1755"/>
                  <a:pt x="494" y="2234"/>
                  <a:pt x="1089" y="2234"/>
                </a:cubicBezTo>
                <a:cubicBezTo>
                  <a:pt x="1698" y="2234"/>
                  <a:pt x="2177" y="1755"/>
                  <a:pt x="2177" y="1146"/>
                </a:cubicBezTo>
                <a:cubicBezTo>
                  <a:pt x="2177" y="537"/>
                  <a:pt x="1698" y="0"/>
                  <a:pt x="1089" y="0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7469375" y="3511000"/>
            <a:ext cx="90675" cy="89225"/>
          </a:xfrm>
          <a:custGeom>
            <a:rect b="b" l="l" r="r" t="t"/>
            <a:pathLst>
              <a:path extrusionOk="0" h="3569" w="3627">
                <a:moveTo>
                  <a:pt x="1814" y="1"/>
                </a:moveTo>
                <a:cubicBezTo>
                  <a:pt x="842" y="1"/>
                  <a:pt x="1" y="784"/>
                  <a:pt x="1" y="1814"/>
                </a:cubicBezTo>
                <a:cubicBezTo>
                  <a:pt x="1" y="2786"/>
                  <a:pt x="842" y="3569"/>
                  <a:pt x="1814" y="3569"/>
                </a:cubicBezTo>
                <a:cubicBezTo>
                  <a:pt x="2786" y="3569"/>
                  <a:pt x="3627" y="2786"/>
                  <a:pt x="3627" y="1814"/>
                </a:cubicBezTo>
                <a:cubicBezTo>
                  <a:pt x="3627" y="784"/>
                  <a:pt x="2786" y="1"/>
                  <a:pt x="1814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1"/>
          <p:cNvSpPr/>
          <p:nvPr/>
        </p:nvSpPr>
        <p:spPr>
          <a:xfrm>
            <a:off x="7861700" y="3175150"/>
            <a:ext cx="54425" cy="55875"/>
          </a:xfrm>
          <a:custGeom>
            <a:rect b="b" l="l" r="r" t="t"/>
            <a:pathLst>
              <a:path extrusionOk="0" h="2235" w="2177">
                <a:moveTo>
                  <a:pt x="1089" y="0"/>
                </a:moveTo>
                <a:cubicBezTo>
                  <a:pt x="494" y="0"/>
                  <a:pt x="1" y="537"/>
                  <a:pt x="1" y="1146"/>
                </a:cubicBezTo>
                <a:cubicBezTo>
                  <a:pt x="1" y="1755"/>
                  <a:pt x="494" y="2234"/>
                  <a:pt x="1089" y="2234"/>
                </a:cubicBezTo>
                <a:cubicBezTo>
                  <a:pt x="1698" y="2234"/>
                  <a:pt x="2177" y="1755"/>
                  <a:pt x="2177" y="1146"/>
                </a:cubicBezTo>
                <a:cubicBezTo>
                  <a:pt x="2177" y="537"/>
                  <a:pt x="1698" y="0"/>
                  <a:pt x="1089" y="0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 flipH="1">
            <a:off x="3350539" y="1353800"/>
            <a:ext cx="14364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nton"/>
              <a:buNone/>
              <a:defRPr sz="4800"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2" type="title"/>
          </p:nvPr>
        </p:nvSpPr>
        <p:spPr>
          <a:xfrm flipH="1">
            <a:off x="4120727" y="1353800"/>
            <a:ext cx="14364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nton"/>
              <a:buNone/>
              <a:defRPr sz="4800">
                <a:latin typeface="Anton"/>
                <a:ea typeface="Anton"/>
                <a:cs typeface="Anton"/>
                <a:sym typeface="Anton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86" name="Google Shape;86;p11"/>
          <p:cNvSpPr txBox="1"/>
          <p:nvPr>
            <p:ph idx="3" type="title"/>
          </p:nvPr>
        </p:nvSpPr>
        <p:spPr>
          <a:xfrm flipH="1">
            <a:off x="4120727" y="2559500"/>
            <a:ext cx="14364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nton"/>
              <a:buNone/>
              <a:defRPr sz="4800">
                <a:latin typeface="Anton"/>
                <a:ea typeface="Anton"/>
                <a:cs typeface="Anton"/>
                <a:sym typeface="Anton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87" name="Google Shape;87;p11"/>
          <p:cNvSpPr txBox="1"/>
          <p:nvPr>
            <p:ph idx="4" type="title"/>
          </p:nvPr>
        </p:nvSpPr>
        <p:spPr>
          <a:xfrm flipH="1">
            <a:off x="3346783" y="2559500"/>
            <a:ext cx="14364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nton"/>
              <a:buNone/>
              <a:defRPr sz="4800"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88" name="Google Shape;88;p11"/>
          <p:cNvSpPr txBox="1"/>
          <p:nvPr>
            <p:ph idx="5" type="title"/>
          </p:nvPr>
        </p:nvSpPr>
        <p:spPr>
          <a:xfrm flipH="1">
            <a:off x="3359321" y="3738048"/>
            <a:ext cx="14364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nton"/>
              <a:buNone/>
              <a:defRPr sz="4800"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89" name="Google Shape;89;p11"/>
          <p:cNvSpPr txBox="1"/>
          <p:nvPr>
            <p:ph idx="6" type="title"/>
          </p:nvPr>
        </p:nvSpPr>
        <p:spPr>
          <a:xfrm flipH="1">
            <a:off x="4126514" y="3726244"/>
            <a:ext cx="14364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nton"/>
              <a:buNone/>
              <a:defRPr sz="4800">
                <a:latin typeface="Anton"/>
                <a:ea typeface="Anton"/>
                <a:cs typeface="Anton"/>
                <a:sym typeface="Anton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1227863" y="1581238"/>
            <a:ext cx="2118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91" name="Google Shape;91;p11"/>
          <p:cNvSpPr txBox="1"/>
          <p:nvPr>
            <p:ph idx="7" type="subTitle"/>
          </p:nvPr>
        </p:nvSpPr>
        <p:spPr>
          <a:xfrm>
            <a:off x="5561750" y="1579106"/>
            <a:ext cx="2118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92" name="Google Shape;92;p11"/>
          <p:cNvSpPr txBox="1"/>
          <p:nvPr>
            <p:ph idx="8" type="subTitle"/>
          </p:nvPr>
        </p:nvSpPr>
        <p:spPr>
          <a:xfrm>
            <a:off x="1227863" y="2800377"/>
            <a:ext cx="2118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idx="9" type="subTitle"/>
          </p:nvPr>
        </p:nvSpPr>
        <p:spPr>
          <a:xfrm>
            <a:off x="5557115" y="2798246"/>
            <a:ext cx="2118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94" name="Google Shape;94;p11"/>
          <p:cNvSpPr txBox="1"/>
          <p:nvPr>
            <p:ph idx="13" type="subTitle"/>
          </p:nvPr>
        </p:nvSpPr>
        <p:spPr>
          <a:xfrm>
            <a:off x="1227863" y="3964793"/>
            <a:ext cx="2118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4" type="subTitle"/>
          </p:nvPr>
        </p:nvSpPr>
        <p:spPr>
          <a:xfrm>
            <a:off x="5561765" y="3964986"/>
            <a:ext cx="2118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15" type="subTitle"/>
          </p:nvPr>
        </p:nvSpPr>
        <p:spPr>
          <a:xfrm>
            <a:off x="1525463" y="1785313"/>
            <a:ext cx="18213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6" type="subTitle"/>
          </p:nvPr>
        </p:nvSpPr>
        <p:spPr>
          <a:xfrm>
            <a:off x="5561198" y="1783175"/>
            <a:ext cx="1817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7" type="subTitle"/>
          </p:nvPr>
        </p:nvSpPr>
        <p:spPr>
          <a:xfrm>
            <a:off x="1525463" y="3004450"/>
            <a:ext cx="18213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8" type="subTitle"/>
          </p:nvPr>
        </p:nvSpPr>
        <p:spPr>
          <a:xfrm>
            <a:off x="5557124" y="3002313"/>
            <a:ext cx="1817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9" type="subTitle"/>
          </p:nvPr>
        </p:nvSpPr>
        <p:spPr>
          <a:xfrm>
            <a:off x="1525463" y="4168863"/>
            <a:ext cx="18213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20" type="subTitle"/>
          </p:nvPr>
        </p:nvSpPr>
        <p:spPr>
          <a:xfrm>
            <a:off x="5561211" y="4169051"/>
            <a:ext cx="1817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2" name="Google Shape;102;p11"/>
          <p:cNvSpPr txBox="1"/>
          <p:nvPr>
            <p:ph idx="21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03" name="Google Shape;103;p11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design">
  <p:cSld name="CUSTOM_12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/>
          <p:nvPr/>
        </p:nvSpPr>
        <p:spPr>
          <a:xfrm>
            <a:off x="3506300" y="1083300"/>
            <a:ext cx="5637723" cy="4060226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2"/>
          <p:cNvSpPr txBox="1"/>
          <p:nvPr>
            <p:ph idx="1" type="subTitle"/>
          </p:nvPr>
        </p:nvSpPr>
        <p:spPr>
          <a:xfrm>
            <a:off x="1895475" y="1846225"/>
            <a:ext cx="21321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2"/>
          <p:cNvSpPr/>
          <p:nvPr/>
        </p:nvSpPr>
        <p:spPr>
          <a:xfrm rot="-5400000">
            <a:off x="1440650" y="1262225"/>
            <a:ext cx="2626800" cy="27396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2"/>
          <p:cNvSpPr txBox="1"/>
          <p:nvPr>
            <p:ph idx="2" type="subTitle"/>
          </p:nvPr>
        </p:nvSpPr>
        <p:spPr>
          <a:xfrm>
            <a:off x="1678100" y="2370375"/>
            <a:ext cx="20250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10" name="Google Shape;110;p12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">
  <p:cSld name="CUSTOM_1_1_1_1_1_1_1_1_2"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713601" y="1188238"/>
            <a:ext cx="7716911" cy="2767030"/>
          </a:xfrm>
          <a:custGeom>
            <a:rect b="b" l="l" r="r" t="t"/>
            <a:pathLst>
              <a:path extrusionOk="0" h="4000" w="31690">
                <a:moveTo>
                  <a:pt x="0" y="1"/>
                </a:moveTo>
                <a:lnTo>
                  <a:pt x="0" y="4000"/>
                </a:lnTo>
                <a:lnTo>
                  <a:pt x="31690" y="4000"/>
                </a:lnTo>
                <a:lnTo>
                  <a:pt x="31690" y="1"/>
                </a:lnTo>
                <a:close/>
              </a:path>
            </a:pathLst>
          </a:cu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3034550" y="2219700"/>
            <a:ext cx="43191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None/>
              <a:defRPr sz="1400"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ctrTitle"/>
          </p:nvPr>
        </p:nvSpPr>
        <p:spPr>
          <a:xfrm>
            <a:off x="4821350" y="2926900"/>
            <a:ext cx="253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">
  <p:cSld name="CUSTOM_1_1_1_1_1_1_1_1_1"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/>
          <p:nvPr/>
        </p:nvSpPr>
        <p:spPr>
          <a:xfrm>
            <a:off x="5970538" y="3302725"/>
            <a:ext cx="1665300" cy="13104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508000" y="3302725"/>
            <a:ext cx="1665300" cy="13104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3739263" y="1436950"/>
            <a:ext cx="1665300" cy="13104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5970538" y="1436950"/>
            <a:ext cx="1665300" cy="13104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3739263" y="3302725"/>
            <a:ext cx="1665300" cy="1310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1508000" y="1436950"/>
            <a:ext cx="1665300" cy="13104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1657625" y="3739575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ctrTitle"/>
          </p:nvPr>
        </p:nvSpPr>
        <p:spPr>
          <a:xfrm>
            <a:off x="1596025" y="3302725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2" type="subTitle"/>
          </p:nvPr>
        </p:nvSpPr>
        <p:spPr>
          <a:xfrm>
            <a:off x="3888813" y="3739575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3" type="ctrTitle"/>
          </p:nvPr>
        </p:nvSpPr>
        <p:spPr>
          <a:xfrm>
            <a:off x="3827438" y="3302725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4" type="subTitle"/>
          </p:nvPr>
        </p:nvSpPr>
        <p:spPr>
          <a:xfrm>
            <a:off x="6120044" y="3739575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5" type="ctrTitle"/>
          </p:nvPr>
        </p:nvSpPr>
        <p:spPr>
          <a:xfrm>
            <a:off x="6058600" y="3302725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6" type="subTitle"/>
          </p:nvPr>
        </p:nvSpPr>
        <p:spPr>
          <a:xfrm>
            <a:off x="1657625" y="1873800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7" type="ctrTitle"/>
          </p:nvPr>
        </p:nvSpPr>
        <p:spPr>
          <a:xfrm>
            <a:off x="1596025" y="1436950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130" name="Google Shape;130;p14"/>
          <p:cNvSpPr txBox="1"/>
          <p:nvPr>
            <p:ph idx="8" type="subTitle"/>
          </p:nvPr>
        </p:nvSpPr>
        <p:spPr>
          <a:xfrm>
            <a:off x="3888813" y="1873800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31" name="Google Shape;131;p14"/>
          <p:cNvSpPr txBox="1"/>
          <p:nvPr>
            <p:ph idx="9" type="ctrTitle"/>
          </p:nvPr>
        </p:nvSpPr>
        <p:spPr>
          <a:xfrm>
            <a:off x="3827438" y="1436950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13" type="subTitle"/>
          </p:nvPr>
        </p:nvSpPr>
        <p:spPr>
          <a:xfrm>
            <a:off x="6120044" y="1873800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14" type="ctrTitle"/>
          </p:nvPr>
        </p:nvSpPr>
        <p:spPr>
          <a:xfrm>
            <a:off x="6058600" y="1436950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5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35" name="Google Shape;135;p14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2">
  <p:cSld name="CUSTOM_13_1_1_1_1"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>
            <a:off x="1704375" y="2127200"/>
            <a:ext cx="1707000" cy="30162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663449" y="2127200"/>
            <a:ext cx="1777200" cy="30162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5692725" y="2127200"/>
            <a:ext cx="1746900" cy="30162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140" name="Google Shape;140;p15"/>
          <p:cNvSpPr txBox="1"/>
          <p:nvPr>
            <p:ph idx="1" type="subTitle"/>
          </p:nvPr>
        </p:nvSpPr>
        <p:spPr>
          <a:xfrm>
            <a:off x="1789726" y="3173325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ctrTitle"/>
          </p:nvPr>
        </p:nvSpPr>
        <p:spPr>
          <a:xfrm>
            <a:off x="1732576" y="259552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2" type="subTitle"/>
          </p:nvPr>
        </p:nvSpPr>
        <p:spPr>
          <a:xfrm>
            <a:off x="3783900" y="3173325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3" type="ctrTitle"/>
          </p:nvPr>
        </p:nvSpPr>
        <p:spPr>
          <a:xfrm>
            <a:off x="3726750" y="259552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4" type="subTitle"/>
          </p:nvPr>
        </p:nvSpPr>
        <p:spPr>
          <a:xfrm>
            <a:off x="5798026" y="3173325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5" type="ctrTitle"/>
          </p:nvPr>
        </p:nvSpPr>
        <p:spPr>
          <a:xfrm>
            <a:off x="5740876" y="259552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47" name="Google Shape;147;p15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15"/>
          <p:cNvSpPr/>
          <p:nvPr/>
        </p:nvSpPr>
        <p:spPr>
          <a:xfrm>
            <a:off x="2106050" y="1691925"/>
            <a:ext cx="903600" cy="9036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4100250" y="1691925"/>
            <a:ext cx="903600" cy="9036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6094450" y="1691925"/>
            <a:ext cx="903600" cy="9036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3">
  <p:cSld name="CUSTOM_13_1_1_1"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/>
          <p:nvPr/>
        </p:nvSpPr>
        <p:spPr>
          <a:xfrm>
            <a:off x="1704376" y="1874700"/>
            <a:ext cx="1707000" cy="19587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3663450" y="1874700"/>
            <a:ext cx="1777200" cy="19587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692726" y="1874700"/>
            <a:ext cx="1746900" cy="19587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1789726" y="26875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type="ctrTitle"/>
          </p:nvPr>
        </p:nvSpPr>
        <p:spPr>
          <a:xfrm>
            <a:off x="1732576" y="22506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2" type="subTitle"/>
          </p:nvPr>
        </p:nvSpPr>
        <p:spPr>
          <a:xfrm>
            <a:off x="3783900" y="26875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3" type="ctrTitle"/>
          </p:nvPr>
        </p:nvSpPr>
        <p:spPr>
          <a:xfrm>
            <a:off x="3726750" y="22506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4" type="subTitle"/>
          </p:nvPr>
        </p:nvSpPr>
        <p:spPr>
          <a:xfrm>
            <a:off x="5798026" y="26875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5" type="ctrTitle"/>
          </p:nvPr>
        </p:nvSpPr>
        <p:spPr>
          <a:xfrm>
            <a:off x="5740876" y="22506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62" name="Google Shape;162;p16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design 1">
  <p:cSld name="CUSTOM_11"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/>
          <p:nvPr/>
        </p:nvSpPr>
        <p:spPr>
          <a:xfrm flipH="1">
            <a:off x="-84379" y="1749625"/>
            <a:ext cx="4712579" cy="3393868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7"/>
          <p:cNvSpPr/>
          <p:nvPr/>
        </p:nvSpPr>
        <p:spPr>
          <a:xfrm flipH="1" rot="5400000">
            <a:off x="5090700" y="1368625"/>
            <a:ext cx="2626800" cy="27396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 txBox="1"/>
          <p:nvPr>
            <p:ph idx="1" type="subTitle"/>
          </p:nvPr>
        </p:nvSpPr>
        <p:spPr>
          <a:xfrm flipH="1">
            <a:off x="5366590" y="1846225"/>
            <a:ext cx="21321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67" name="Google Shape;167;p17"/>
          <p:cNvSpPr/>
          <p:nvPr/>
        </p:nvSpPr>
        <p:spPr>
          <a:xfrm>
            <a:off x="843200" y="987800"/>
            <a:ext cx="404700" cy="404700"/>
          </a:xfrm>
          <a:prstGeom prst="ellipse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1426400" y="875375"/>
            <a:ext cx="91500" cy="91500"/>
          </a:xfrm>
          <a:prstGeom prst="ellipse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4377575" y="3896825"/>
            <a:ext cx="91500" cy="91500"/>
          </a:xfrm>
          <a:prstGeom prst="ellipse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4628200" y="4051825"/>
            <a:ext cx="91500" cy="91500"/>
          </a:xfrm>
          <a:prstGeom prst="ellipse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7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72" name="Google Shape;172;p17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4">
  <p:cSld name="CUSTOM_11_1"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8"/>
          <p:cNvGrpSpPr/>
          <p:nvPr/>
        </p:nvGrpSpPr>
        <p:grpSpPr>
          <a:xfrm flipH="1" rot="10800000">
            <a:off x="0" y="-548078"/>
            <a:ext cx="5965754" cy="4187397"/>
            <a:chOff x="103" y="1456669"/>
            <a:chExt cx="5909613" cy="4187397"/>
          </a:xfrm>
        </p:grpSpPr>
        <p:grpSp>
          <p:nvGrpSpPr>
            <p:cNvPr id="175" name="Google Shape;175;p18"/>
            <p:cNvGrpSpPr/>
            <p:nvPr/>
          </p:nvGrpSpPr>
          <p:grpSpPr>
            <a:xfrm>
              <a:off x="353849" y="1456669"/>
              <a:ext cx="5555867" cy="4187397"/>
              <a:chOff x="2534179" y="3686075"/>
              <a:chExt cx="1481446" cy="1116550"/>
            </a:xfrm>
          </p:grpSpPr>
          <p:sp>
            <p:nvSpPr>
              <p:cNvPr id="176" name="Google Shape;176;p18"/>
              <p:cNvSpPr/>
              <p:nvPr/>
            </p:nvSpPr>
            <p:spPr>
              <a:xfrm>
                <a:off x="2675325" y="3841600"/>
                <a:ext cx="1340300" cy="961025"/>
              </a:xfrm>
              <a:custGeom>
                <a:rect b="b" l="l" r="r" t="t"/>
                <a:pathLst>
                  <a:path extrusionOk="0" h="38441" w="53612">
                    <a:moveTo>
                      <a:pt x="39043" y="3843"/>
                    </a:moveTo>
                    <a:cubicBezTo>
                      <a:pt x="40256" y="3843"/>
                      <a:pt x="41202" y="4963"/>
                      <a:pt x="40977" y="6167"/>
                    </a:cubicBezTo>
                    <a:cubicBezTo>
                      <a:pt x="40861" y="7023"/>
                      <a:pt x="40194" y="7690"/>
                      <a:pt x="39411" y="7806"/>
                    </a:cubicBezTo>
                    <a:cubicBezTo>
                      <a:pt x="39289" y="7828"/>
                      <a:pt x="39168" y="7838"/>
                      <a:pt x="39051" y="7838"/>
                    </a:cubicBezTo>
                    <a:cubicBezTo>
                      <a:pt x="37828" y="7838"/>
                      <a:pt x="36893" y="6718"/>
                      <a:pt x="37105" y="5514"/>
                    </a:cubicBezTo>
                    <a:cubicBezTo>
                      <a:pt x="37235" y="4658"/>
                      <a:pt x="37888" y="3991"/>
                      <a:pt x="38686" y="3875"/>
                    </a:cubicBezTo>
                    <a:cubicBezTo>
                      <a:pt x="38807" y="3853"/>
                      <a:pt x="38926" y="3843"/>
                      <a:pt x="39043" y="3843"/>
                    </a:cubicBezTo>
                    <a:close/>
                    <a:moveTo>
                      <a:pt x="38299" y="0"/>
                    </a:moveTo>
                    <a:cubicBezTo>
                      <a:pt x="36202" y="0"/>
                      <a:pt x="34126" y="782"/>
                      <a:pt x="32579" y="2251"/>
                    </a:cubicBezTo>
                    <a:cubicBezTo>
                      <a:pt x="31970" y="2845"/>
                      <a:pt x="31187" y="3208"/>
                      <a:pt x="30215" y="3208"/>
                    </a:cubicBezTo>
                    <a:cubicBezTo>
                      <a:pt x="29736" y="3208"/>
                      <a:pt x="29257" y="3092"/>
                      <a:pt x="28822" y="2903"/>
                    </a:cubicBezTo>
                    <a:cubicBezTo>
                      <a:pt x="27607" y="2337"/>
                      <a:pt x="26320" y="2053"/>
                      <a:pt x="25050" y="2053"/>
                    </a:cubicBezTo>
                    <a:cubicBezTo>
                      <a:pt x="23228" y="2053"/>
                      <a:pt x="21441" y="2638"/>
                      <a:pt x="19945" y="3817"/>
                    </a:cubicBezTo>
                    <a:cubicBezTo>
                      <a:pt x="18437" y="5079"/>
                      <a:pt x="17102" y="6602"/>
                      <a:pt x="16014" y="8227"/>
                    </a:cubicBezTo>
                    <a:cubicBezTo>
                      <a:pt x="14201" y="11128"/>
                      <a:pt x="11605" y="13419"/>
                      <a:pt x="8457" y="14696"/>
                    </a:cubicBezTo>
                    <a:cubicBezTo>
                      <a:pt x="8225" y="14812"/>
                      <a:pt x="7978" y="14942"/>
                      <a:pt x="7790" y="15000"/>
                    </a:cubicBezTo>
                    <a:cubicBezTo>
                      <a:pt x="5861" y="15900"/>
                      <a:pt x="4657" y="17960"/>
                      <a:pt x="4889" y="20077"/>
                    </a:cubicBezTo>
                    <a:cubicBezTo>
                      <a:pt x="4961" y="20251"/>
                      <a:pt x="4961" y="20440"/>
                      <a:pt x="4889" y="20672"/>
                    </a:cubicBezTo>
                    <a:cubicBezTo>
                      <a:pt x="4773" y="21528"/>
                      <a:pt x="4106" y="22253"/>
                      <a:pt x="3206" y="22369"/>
                    </a:cubicBezTo>
                    <a:lnTo>
                      <a:pt x="3148" y="22369"/>
                    </a:lnTo>
                    <a:cubicBezTo>
                      <a:pt x="1393" y="22616"/>
                      <a:pt x="59" y="24066"/>
                      <a:pt x="1" y="25821"/>
                    </a:cubicBezTo>
                    <a:lnTo>
                      <a:pt x="1" y="25879"/>
                    </a:lnTo>
                    <a:cubicBezTo>
                      <a:pt x="1" y="32827"/>
                      <a:pt x="6949" y="38441"/>
                      <a:pt x="15536" y="38441"/>
                    </a:cubicBezTo>
                    <a:cubicBezTo>
                      <a:pt x="18611" y="38441"/>
                      <a:pt x="21512" y="37715"/>
                      <a:pt x="23934" y="36453"/>
                    </a:cubicBezTo>
                    <a:cubicBezTo>
                      <a:pt x="26404" y="35103"/>
                      <a:pt x="29139" y="34382"/>
                      <a:pt x="31903" y="34382"/>
                    </a:cubicBezTo>
                    <a:cubicBezTo>
                      <a:pt x="32109" y="34382"/>
                      <a:pt x="32315" y="34386"/>
                      <a:pt x="32521" y="34394"/>
                    </a:cubicBezTo>
                    <a:lnTo>
                      <a:pt x="33536" y="34394"/>
                    </a:lnTo>
                    <a:cubicBezTo>
                      <a:pt x="44604" y="34394"/>
                      <a:pt x="53611" y="26547"/>
                      <a:pt x="53611" y="16814"/>
                    </a:cubicBezTo>
                    <a:cubicBezTo>
                      <a:pt x="53611" y="9503"/>
                      <a:pt x="48535" y="3208"/>
                      <a:pt x="41282" y="553"/>
                    </a:cubicBezTo>
                    <a:cubicBezTo>
                      <a:pt x="40321" y="181"/>
                      <a:pt x="39307" y="0"/>
                      <a:pt x="38299" y="0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18"/>
              <p:cNvSpPr/>
              <p:nvPr/>
            </p:nvSpPr>
            <p:spPr>
              <a:xfrm>
                <a:off x="3646800" y="3686075"/>
                <a:ext cx="90675" cy="89225"/>
              </a:xfrm>
              <a:custGeom>
                <a:rect b="b" l="l" r="r" t="t"/>
                <a:pathLst>
                  <a:path extrusionOk="0" h="3569" w="3627">
                    <a:moveTo>
                      <a:pt x="1814" y="1"/>
                    </a:moveTo>
                    <a:cubicBezTo>
                      <a:pt x="842" y="1"/>
                      <a:pt x="1" y="784"/>
                      <a:pt x="1" y="1814"/>
                    </a:cubicBezTo>
                    <a:cubicBezTo>
                      <a:pt x="1" y="2786"/>
                      <a:pt x="842" y="3569"/>
                      <a:pt x="1814" y="3569"/>
                    </a:cubicBezTo>
                    <a:cubicBezTo>
                      <a:pt x="2786" y="3569"/>
                      <a:pt x="3627" y="2786"/>
                      <a:pt x="3627" y="1814"/>
                    </a:cubicBezTo>
                    <a:cubicBezTo>
                      <a:pt x="3627" y="784"/>
                      <a:pt x="2786" y="1"/>
                      <a:pt x="1814" y="1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8"/>
              <p:cNvSpPr/>
              <p:nvPr/>
            </p:nvSpPr>
            <p:spPr>
              <a:xfrm>
                <a:off x="2534179" y="3874193"/>
                <a:ext cx="152675" cy="152700"/>
              </a:xfrm>
              <a:custGeom>
                <a:rect b="b" l="l" r="r" t="t"/>
                <a:pathLst>
                  <a:path extrusionOk="0" h="6108" w="6107">
                    <a:moveTo>
                      <a:pt x="3075" y="0"/>
                    </a:moveTo>
                    <a:cubicBezTo>
                      <a:pt x="1393" y="0"/>
                      <a:pt x="0" y="1335"/>
                      <a:pt x="0" y="3018"/>
                    </a:cubicBezTo>
                    <a:cubicBezTo>
                      <a:pt x="0" y="4715"/>
                      <a:pt x="1393" y="6107"/>
                      <a:pt x="3075" y="6107"/>
                    </a:cubicBezTo>
                    <a:cubicBezTo>
                      <a:pt x="4772" y="6107"/>
                      <a:pt x="6107" y="4715"/>
                      <a:pt x="6107" y="3018"/>
                    </a:cubicBezTo>
                    <a:cubicBezTo>
                      <a:pt x="6107" y="1335"/>
                      <a:pt x="4772" y="0"/>
                      <a:pt x="3075" y="0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8"/>
              <p:cNvSpPr/>
              <p:nvPr/>
            </p:nvSpPr>
            <p:spPr>
              <a:xfrm>
                <a:off x="2696350" y="3955150"/>
                <a:ext cx="54425" cy="55875"/>
              </a:xfrm>
              <a:custGeom>
                <a:rect b="b" l="l" r="r" t="t"/>
                <a:pathLst>
                  <a:path extrusionOk="0" h="2235" w="2177">
                    <a:moveTo>
                      <a:pt x="1089" y="0"/>
                    </a:moveTo>
                    <a:cubicBezTo>
                      <a:pt x="494" y="0"/>
                      <a:pt x="1" y="537"/>
                      <a:pt x="1" y="1146"/>
                    </a:cubicBezTo>
                    <a:cubicBezTo>
                      <a:pt x="1" y="1755"/>
                      <a:pt x="494" y="2234"/>
                      <a:pt x="1089" y="2234"/>
                    </a:cubicBezTo>
                    <a:cubicBezTo>
                      <a:pt x="1698" y="2234"/>
                      <a:pt x="2177" y="1755"/>
                      <a:pt x="2177" y="1146"/>
                    </a:cubicBezTo>
                    <a:cubicBezTo>
                      <a:pt x="2177" y="537"/>
                      <a:pt x="1698" y="0"/>
                      <a:pt x="1089" y="0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0" name="Google Shape;180;p18"/>
            <p:cNvSpPr/>
            <p:nvPr/>
          </p:nvSpPr>
          <p:spPr>
            <a:xfrm flipH="1">
              <a:off x="103" y="1955775"/>
              <a:ext cx="4426672" cy="3254997"/>
            </a:xfrm>
            <a:custGeom>
              <a:rect b="b" l="l" r="r" t="t"/>
              <a:pathLst>
                <a:path extrusionOk="0" h="31998" w="44430">
                  <a:moveTo>
                    <a:pt x="40231" y="1"/>
                  </a:moveTo>
                  <a:cubicBezTo>
                    <a:pt x="38589" y="1"/>
                    <a:pt x="36930" y="353"/>
                    <a:pt x="35422" y="1000"/>
                  </a:cubicBezTo>
                  <a:cubicBezTo>
                    <a:pt x="32332" y="2320"/>
                    <a:pt x="29794" y="4800"/>
                    <a:pt x="27981" y="7643"/>
                  </a:cubicBezTo>
                  <a:cubicBezTo>
                    <a:pt x="26298" y="10181"/>
                    <a:pt x="25021" y="13140"/>
                    <a:pt x="22483" y="14780"/>
                  </a:cubicBezTo>
                  <a:cubicBezTo>
                    <a:pt x="20612" y="15925"/>
                    <a:pt x="18378" y="16172"/>
                    <a:pt x="16260" y="16535"/>
                  </a:cubicBezTo>
                  <a:cubicBezTo>
                    <a:pt x="13664" y="16955"/>
                    <a:pt x="11068" y="17434"/>
                    <a:pt x="8645" y="18464"/>
                  </a:cubicBezTo>
                  <a:cubicBezTo>
                    <a:pt x="6223" y="19436"/>
                    <a:pt x="3931" y="21002"/>
                    <a:pt x="2423" y="23178"/>
                  </a:cubicBezTo>
                  <a:cubicBezTo>
                    <a:pt x="667" y="25716"/>
                    <a:pt x="116" y="28922"/>
                    <a:pt x="0" y="31997"/>
                  </a:cubicBezTo>
                  <a:lnTo>
                    <a:pt x="43515" y="31997"/>
                  </a:lnTo>
                  <a:cubicBezTo>
                    <a:pt x="43994" y="31997"/>
                    <a:pt x="44429" y="31576"/>
                    <a:pt x="44429" y="31098"/>
                  </a:cubicBezTo>
                  <a:lnTo>
                    <a:pt x="44429" y="869"/>
                  </a:lnTo>
                  <a:cubicBezTo>
                    <a:pt x="43122" y="277"/>
                    <a:pt x="41683" y="1"/>
                    <a:pt x="40231" y="1"/>
                  </a:cubicBezTo>
                  <a:close/>
                </a:path>
              </a:pathLst>
            </a:custGeom>
            <a:solidFill>
              <a:srgbClr val="FF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 flipH="1" rot="10800000">
              <a:off x="1178568" y="1849738"/>
              <a:ext cx="107776" cy="106044"/>
            </a:xfrm>
            <a:custGeom>
              <a:rect b="b" l="l" r="r" t="t"/>
              <a:pathLst>
                <a:path extrusionOk="0" h="3569" w="3627">
                  <a:moveTo>
                    <a:pt x="1814" y="1"/>
                  </a:moveTo>
                  <a:cubicBezTo>
                    <a:pt x="842" y="1"/>
                    <a:pt x="1" y="784"/>
                    <a:pt x="1" y="1814"/>
                  </a:cubicBezTo>
                  <a:cubicBezTo>
                    <a:pt x="1" y="2786"/>
                    <a:pt x="842" y="3569"/>
                    <a:pt x="1814" y="3569"/>
                  </a:cubicBezTo>
                  <a:cubicBezTo>
                    <a:pt x="2786" y="3569"/>
                    <a:pt x="3627" y="2786"/>
                    <a:pt x="3627" y="1814"/>
                  </a:cubicBezTo>
                  <a:cubicBezTo>
                    <a:pt x="3627" y="784"/>
                    <a:pt x="2786" y="1"/>
                    <a:pt x="1814" y="1"/>
                  </a:cubicBezTo>
                  <a:close/>
                </a:path>
              </a:pathLst>
            </a:custGeom>
            <a:solidFill>
              <a:srgbClr val="FF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 flipH="1" rot="10800000">
              <a:off x="788275" y="1486674"/>
              <a:ext cx="64690" cy="66407"/>
            </a:xfrm>
            <a:custGeom>
              <a:rect b="b" l="l" r="r" t="t"/>
              <a:pathLst>
                <a:path extrusionOk="0" h="2235" w="2177">
                  <a:moveTo>
                    <a:pt x="1089" y="0"/>
                  </a:moveTo>
                  <a:cubicBezTo>
                    <a:pt x="494" y="0"/>
                    <a:pt x="1" y="537"/>
                    <a:pt x="1" y="1146"/>
                  </a:cubicBezTo>
                  <a:cubicBezTo>
                    <a:pt x="1" y="1755"/>
                    <a:pt x="494" y="2234"/>
                    <a:pt x="1089" y="2234"/>
                  </a:cubicBezTo>
                  <a:cubicBezTo>
                    <a:pt x="1698" y="2234"/>
                    <a:pt x="2177" y="1755"/>
                    <a:pt x="2177" y="1146"/>
                  </a:cubicBezTo>
                  <a:cubicBezTo>
                    <a:pt x="2177" y="537"/>
                    <a:pt x="1698" y="0"/>
                    <a:pt x="1089" y="0"/>
                  </a:cubicBezTo>
                  <a:close/>
                </a:path>
              </a:pathLst>
            </a:custGeom>
            <a:solidFill>
              <a:srgbClr val="FF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18"/>
          <p:cNvSpPr/>
          <p:nvPr/>
        </p:nvSpPr>
        <p:spPr>
          <a:xfrm>
            <a:off x="713500" y="3482250"/>
            <a:ext cx="7716990" cy="1429500"/>
          </a:xfrm>
          <a:custGeom>
            <a:rect b="b" l="l" r="r" t="t"/>
            <a:pathLst>
              <a:path extrusionOk="0" h="4000" w="31690">
                <a:moveTo>
                  <a:pt x="0" y="1"/>
                </a:moveTo>
                <a:lnTo>
                  <a:pt x="0" y="4000"/>
                </a:lnTo>
                <a:lnTo>
                  <a:pt x="31690" y="4000"/>
                </a:lnTo>
                <a:lnTo>
                  <a:pt x="31690" y="1"/>
                </a:lnTo>
                <a:close/>
              </a:path>
            </a:pathLst>
          </a:cu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8"/>
          <p:cNvSpPr txBox="1"/>
          <p:nvPr>
            <p:ph idx="1" type="subTitle"/>
          </p:nvPr>
        </p:nvSpPr>
        <p:spPr>
          <a:xfrm>
            <a:off x="1717025" y="39887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85" name="Google Shape;185;p18"/>
          <p:cNvSpPr txBox="1"/>
          <p:nvPr>
            <p:ph type="ctrTitle"/>
          </p:nvPr>
        </p:nvSpPr>
        <p:spPr>
          <a:xfrm>
            <a:off x="1659977" y="35518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2" type="subTitle"/>
          </p:nvPr>
        </p:nvSpPr>
        <p:spPr>
          <a:xfrm>
            <a:off x="3803800" y="39887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87" name="Google Shape;187;p18"/>
          <p:cNvSpPr txBox="1"/>
          <p:nvPr>
            <p:ph idx="3" type="ctrTitle"/>
          </p:nvPr>
        </p:nvSpPr>
        <p:spPr>
          <a:xfrm>
            <a:off x="3746752" y="35518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4" type="subTitle"/>
          </p:nvPr>
        </p:nvSpPr>
        <p:spPr>
          <a:xfrm>
            <a:off x="5890575" y="39887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5" type="ctrTitle"/>
          </p:nvPr>
        </p:nvSpPr>
        <p:spPr>
          <a:xfrm>
            <a:off x="5833527" y="35518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90" name="Google Shape;190;p18"/>
          <p:cNvSpPr/>
          <p:nvPr/>
        </p:nvSpPr>
        <p:spPr>
          <a:xfrm>
            <a:off x="491900" y="1301125"/>
            <a:ext cx="404700" cy="404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189660" y="1559231"/>
            <a:ext cx="108801" cy="106044"/>
          </a:xfrm>
          <a:custGeom>
            <a:rect b="b" l="l" r="r" t="t"/>
            <a:pathLst>
              <a:path extrusionOk="0" h="3569" w="3627">
                <a:moveTo>
                  <a:pt x="1814" y="1"/>
                </a:moveTo>
                <a:cubicBezTo>
                  <a:pt x="842" y="1"/>
                  <a:pt x="1" y="784"/>
                  <a:pt x="1" y="1814"/>
                </a:cubicBezTo>
                <a:cubicBezTo>
                  <a:pt x="1" y="2786"/>
                  <a:pt x="842" y="3569"/>
                  <a:pt x="1814" y="3569"/>
                </a:cubicBezTo>
                <a:cubicBezTo>
                  <a:pt x="2786" y="3569"/>
                  <a:pt x="3627" y="2786"/>
                  <a:pt x="3627" y="1814"/>
                </a:cubicBezTo>
                <a:cubicBezTo>
                  <a:pt x="3627" y="784"/>
                  <a:pt x="2786" y="1"/>
                  <a:pt x="181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972585" y="1705831"/>
            <a:ext cx="108801" cy="106044"/>
          </a:xfrm>
          <a:custGeom>
            <a:rect b="b" l="l" r="r" t="t"/>
            <a:pathLst>
              <a:path extrusionOk="0" h="3569" w="3627">
                <a:moveTo>
                  <a:pt x="1814" y="1"/>
                </a:moveTo>
                <a:cubicBezTo>
                  <a:pt x="842" y="1"/>
                  <a:pt x="1" y="784"/>
                  <a:pt x="1" y="1814"/>
                </a:cubicBezTo>
                <a:cubicBezTo>
                  <a:pt x="1" y="2786"/>
                  <a:pt x="842" y="3569"/>
                  <a:pt x="1814" y="3569"/>
                </a:cubicBezTo>
                <a:cubicBezTo>
                  <a:pt x="2786" y="3569"/>
                  <a:pt x="3627" y="2786"/>
                  <a:pt x="3627" y="1814"/>
                </a:cubicBezTo>
                <a:cubicBezTo>
                  <a:pt x="3627" y="784"/>
                  <a:pt x="2786" y="1"/>
                  <a:pt x="1814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8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94" name="Google Shape;194;p18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CUSTOM_15"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8" name="Google Shape;198;p20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9" name="Google Shape;199;p20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0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201" name="Google Shape;20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81150" y="1759800"/>
            <a:ext cx="4371926" cy="321007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>
            <p:ph type="ctrTitle"/>
          </p:nvPr>
        </p:nvSpPr>
        <p:spPr>
          <a:xfrm>
            <a:off x="685800" y="696425"/>
            <a:ext cx="5391000" cy="293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50275" y="2175625"/>
            <a:ext cx="3879000" cy="2870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>
            <p:ph type="ctrTitle"/>
          </p:nvPr>
        </p:nvSpPr>
        <p:spPr>
          <a:xfrm>
            <a:off x="685800" y="1811950"/>
            <a:ext cx="49731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2" name="Google Shape;212;p23"/>
          <p:cNvSpPr txBox="1"/>
          <p:nvPr>
            <p:ph idx="1" type="subTitle"/>
          </p:nvPr>
        </p:nvSpPr>
        <p:spPr>
          <a:xfrm>
            <a:off x="685800" y="3144850"/>
            <a:ext cx="24936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74072" y="2340786"/>
            <a:ext cx="3879000" cy="262908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/>
          <p:nvPr>
            <p:ph idx="1" type="body"/>
          </p:nvPr>
        </p:nvSpPr>
        <p:spPr>
          <a:xfrm>
            <a:off x="962850" y="919975"/>
            <a:ext cx="4469100" cy="33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●"/>
              <a:defRPr sz="3200">
                <a:solidFill>
                  <a:schemeClr val="accent5"/>
                </a:solidFill>
              </a:defRPr>
            </a:lvl1pPr>
            <a:lvl2pPr indent="-431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>
                <a:solidFill>
                  <a:schemeClr val="accent5"/>
                </a:solidFill>
              </a:defRPr>
            </a:lvl2pPr>
            <a:lvl3pPr indent="-431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■"/>
              <a:defRPr sz="3200">
                <a:solidFill>
                  <a:schemeClr val="accent5"/>
                </a:solidFill>
              </a:defRPr>
            </a:lvl3pPr>
            <a:lvl4pPr indent="-431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●"/>
              <a:defRPr sz="3200">
                <a:solidFill>
                  <a:schemeClr val="accent5"/>
                </a:solidFill>
              </a:defRPr>
            </a:lvl4pPr>
            <a:lvl5pPr indent="-431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○"/>
              <a:defRPr sz="3200">
                <a:solidFill>
                  <a:schemeClr val="accent5"/>
                </a:solidFill>
              </a:defRPr>
            </a:lvl5pPr>
            <a:lvl6pPr indent="-431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■"/>
              <a:defRPr sz="3200">
                <a:solidFill>
                  <a:schemeClr val="accent5"/>
                </a:solidFill>
              </a:defRPr>
            </a:lvl6pPr>
            <a:lvl7pPr indent="-431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●"/>
              <a:defRPr sz="3200">
                <a:solidFill>
                  <a:schemeClr val="accent5"/>
                </a:solidFill>
              </a:defRPr>
            </a:lvl7pPr>
            <a:lvl8pPr indent="-431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○"/>
              <a:defRPr sz="3200">
                <a:solidFill>
                  <a:schemeClr val="accent5"/>
                </a:solidFill>
              </a:defRPr>
            </a:lvl8pPr>
            <a:lvl9pPr indent="-431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■"/>
              <a:defRPr sz="3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16" name="Google Shape;216;p24"/>
          <p:cNvSpPr txBox="1"/>
          <p:nvPr/>
        </p:nvSpPr>
        <p:spPr>
          <a:xfrm>
            <a:off x="390571" y="571075"/>
            <a:ext cx="6480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“</a:t>
            </a:r>
            <a:endParaRPr b="1" sz="96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7" name="Google Shape;217;p2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9349" y="2301324"/>
            <a:ext cx="3702249" cy="26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5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457200" y="2038350"/>
            <a:ext cx="4929300" cy="18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60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2" name="Google Shape;222;p2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 mask">
  <p:cSld name="TITLE_AND_BODY_1">
    <p:bg>
      <p:bgPr>
        <a:solidFill>
          <a:schemeClr val="accen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26"/>
          <p:cNvGrpSpPr/>
          <p:nvPr/>
        </p:nvGrpSpPr>
        <p:grpSpPr>
          <a:xfrm>
            <a:off x="-144" y="4104"/>
            <a:ext cx="9144000" cy="5143488"/>
            <a:chOff x="238125" y="848325"/>
            <a:chExt cx="7143750" cy="4018350"/>
          </a:xfrm>
        </p:grpSpPr>
        <p:sp>
          <p:nvSpPr>
            <p:cNvPr id="225" name="Google Shape;225;p26"/>
            <p:cNvSpPr/>
            <p:nvPr/>
          </p:nvSpPr>
          <p:spPr>
            <a:xfrm>
              <a:off x="238125" y="848325"/>
              <a:ext cx="7143750" cy="4018350"/>
            </a:xfrm>
            <a:custGeom>
              <a:rect b="b" l="l" r="r" t="t"/>
              <a:pathLst>
                <a:path extrusionOk="0" h="160734" w="285750">
                  <a:moveTo>
                    <a:pt x="206722" y="15292"/>
                  </a:moveTo>
                  <a:lnTo>
                    <a:pt x="207057" y="15348"/>
                  </a:lnTo>
                  <a:lnTo>
                    <a:pt x="207671" y="15515"/>
                  </a:lnTo>
                  <a:lnTo>
                    <a:pt x="208229" y="15850"/>
                  </a:lnTo>
                  <a:lnTo>
                    <a:pt x="208731" y="16241"/>
                  </a:lnTo>
                  <a:lnTo>
                    <a:pt x="209122" y="16743"/>
                  </a:lnTo>
                  <a:lnTo>
                    <a:pt x="209457" y="17301"/>
                  </a:lnTo>
                  <a:lnTo>
                    <a:pt x="209624" y="17915"/>
                  </a:lnTo>
                  <a:lnTo>
                    <a:pt x="209680" y="18250"/>
                  </a:lnTo>
                  <a:lnTo>
                    <a:pt x="209736" y="18585"/>
                  </a:lnTo>
                  <a:lnTo>
                    <a:pt x="209680" y="18920"/>
                  </a:lnTo>
                  <a:lnTo>
                    <a:pt x="209624" y="19255"/>
                  </a:lnTo>
                  <a:lnTo>
                    <a:pt x="209457" y="19869"/>
                  </a:lnTo>
                  <a:lnTo>
                    <a:pt x="209122" y="20427"/>
                  </a:lnTo>
                  <a:lnTo>
                    <a:pt x="208731" y="20929"/>
                  </a:lnTo>
                  <a:lnTo>
                    <a:pt x="208229" y="21320"/>
                  </a:lnTo>
                  <a:lnTo>
                    <a:pt x="207671" y="21654"/>
                  </a:lnTo>
                  <a:lnTo>
                    <a:pt x="207057" y="21822"/>
                  </a:lnTo>
                  <a:lnTo>
                    <a:pt x="206722" y="21878"/>
                  </a:lnTo>
                  <a:lnTo>
                    <a:pt x="206053" y="21878"/>
                  </a:lnTo>
                  <a:lnTo>
                    <a:pt x="205718" y="21822"/>
                  </a:lnTo>
                  <a:lnTo>
                    <a:pt x="205104" y="21654"/>
                  </a:lnTo>
                  <a:lnTo>
                    <a:pt x="204546" y="21320"/>
                  </a:lnTo>
                  <a:lnTo>
                    <a:pt x="204043" y="20929"/>
                  </a:lnTo>
                  <a:lnTo>
                    <a:pt x="203653" y="20427"/>
                  </a:lnTo>
                  <a:lnTo>
                    <a:pt x="203374" y="19869"/>
                  </a:lnTo>
                  <a:lnTo>
                    <a:pt x="203150" y="19255"/>
                  </a:lnTo>
                  <a:lnTo>
                    <a:pt x="203095" y="18920"/>
                  </a:lnTo>
                  <a:lnTo>
                    <a:pt x="203095" y="18585"/>
                  </a:lnTo>
                  <a:lnTo>
                    <a:pt x="203095" y="18250"/>
                  </a:lnTo>
                  <a:lnTo>
                    <a:pt x="203150" y="17915"/>
                  </a:lnTo>
                  <a:lnTo>
                    <a:pt x="203374" y="17301"/>
                  </a:lnTo>
                  <a:lnTo>
                    <a:pt x="203653" y="16743"/>
                  </a:lnTo>
                  <a:lnTo>
                    <a:pt x="204043" y="16241"/>
                  </a:lnTo>
                  <a:lnTo>
                    <a:pt x="204546" y="15850"/>
                  </a:lnTo>
                  <a:lnTo>
                    <a:pt x="205104" y="15515"/>
                  </a:lnTo>
                  <a:lnTo>
                    <a:pt x="205718" y="15348"/>
                  </a:lnTo>
                  <a:lnTo>
                    <a:pt x="206053" y="15292"/>
                  </a:lnTo>
                  <a:close/>
                  <a:moveTo>
                    <a:pt x="255947" y="30138"/>
                  </a:moveTo>
                  <a:lnTo>
                    <a:pt x="256282" y="30193"/>
                  </a:lnTo>
                  <a:lnTo>
                    <a:pt x="256896" y="30417"/>
                  </a:lnTo>
                  <a:lnTo>
                    <a:pt x="257454" y="30696"/>
                  </a:lnTo>
                  <a:lnTo>
                    <a:pt x="257956" y="31086"/>
                  </a:lnTo>
                  <a:lnTo>
                    <a:pt x="258347" y="31589"/>
                  </a:lnTo>
                  <a:lnTo>
                    <a:pt x="258682" y="32147"/>
                  </a:lnTo>
                  <a:lnTo>
                    <a:pt x="258849" y="32761"/>
                  </a:lnTo>
                  <a:lnTo>
                    <a:pt x="258905" y="33096"/>
                  </a:lnTo>
                  <a:lnTo>
                    <a:pt x="258905" y="33430"/>
                  </a:lnTo>
                  <a:lnTo>
                    <a:pt x="258905" y="33765"/>
                  </a:lnTo>
                  <a:lnTo>
                    <a:pt x="258849" y="34100"/>
                  </a:lnTo>
                  <a:lnTo>
                    <a:pt x="258682" y="34714"/>
                  </a:lnTo>
                  <a:lnTo>
                    <a:pt x="258347" y="35328"/>
                  </a:lnTo>
                  <a:lnTo>
                    <a:pt x="257956" y="35774"/>
                  </a:lnTo>
                  <a:lnTo>
                    <a:pt x="257454" y="36221"/>
                  </a:lnTo>
                  <a:lnTo>
                    <a:pt x="256896" y="36500"/>
                  </a:lnTo>
                  <a:lnTo>
                    <a:pt x="256282" y="36723"/>
                  </a:lnTo>
                  <a:lnTo>
                    <a:pt x="255947" y="36723"/>
                  </a:lnTo>
                  <a:lnTo>
                    <a:pt x="255612" y="36779"/>
                  </a:lnTo>
                  <a:lnTo>
                    <a:pt x="255277" y="36723"/>
                  </a:lnTo>
                  <a:lnTo>
                    <a:pt x="254943" y="36723"/>
                  </a:lnTo>
                  <a:lnTo>
                    <a:pt x="254329" y="36500"/>
                  </a:lnTo>
                  <a:lnTo>
                    <a:pt x="253771" y="36221"/>
                  </a:lnTo>
                  <a:lnTo>
                    <a:pt x="253268" y="35774"/>
                  </a:lnTo>
                  <a:lnTo>
                    <a:pt x="252878" y="35328"/>
                  </a:lnTo>
                  <a:lnTo>
                    <a:pt x="252543" y="34714"/>
                  </a:lnTo>
                  <a:lnTo>
                    <a:pt x="252375" y="34100"/>
                  </a:lnTo>
                  <a:lnTo>
                    <a:pt x="252319" y="33765"/>
                  </a:lnTo>
                  <a:lnTo>
                    <a:pt x="252264" y="33430"/>
                  </a:lnTo>
                  <a:lnTo>
                    <a:pt x="252319" y="33096"/>
                  </a:lnTo>
                  <a:lnTo>
                    <a:pt x="252375" y="32761"/>
                  </a:lnTo>
                  <a:lnTo>
                    <a:pt x="252543" y="32147"/>
                  </a:lnTo>
                  <a:lnTo>
                    <a:pt x="252878" y="31589"/>
                  </a:lnTo>
                  <a:lnTo>
                    <a:pt x="253268" y="31086"/>
                  </a:lnTo>
                  <a:lnTo>
                    <a:pt x="253771" y="30696"/>
                  </a:lnTo>
                  <a:lnTo>
                    <a:pt x="254329" y="30417"/>
                  </a:lnTo>
                  <a:lnTo>
                    <a:pt x="254943" y="30193"/>
                  </a:lnTo>
                  <a:lnTo>
                    <a:pt x="255277" y="30138"/>
                  </a:lnTo>
                  <a:close/>
                  <a:moveTo>
                    <a:pt x="113463" y="32593"/>
                  </a:moveTo>
                  <a:lnTo>
                    <a:pt x="113798" y="32649"/>
                  </a:lnTo>
                  <a:lnTo>
                    <a:pt x="114412" y="32817"/>
                  </a:lnTo>
                  <a:lnTo>
                    <a:pt x="115026" y="33151"/>
                  </a:lnTo>
                  <a:lnTo>
                    <a:pt x="115472" y="33542"/>
                  </a:lnTo>
                  <a:lnTo>
                    <a:pt x="115919" y="34044"/>
                  </a:lnTo>
                  <a:lnTo>
                    <a:pt x="116198" y="34602"/>
                  </a:lnTo>
                  <a:lnTo>
                    <a:pt x="116365" y="35216"/>
                  </a:lnTo>
                  <a:lnTo>
                    <a:pt x="116421" y="35551"/>
                  </a:lnTo>
                  <a:lnTo>
                    <a:pt x="116477" y="35886"/>
                  </a:lnTo>
                  <a:lnTo>
                    <a:pt x="116421" y="36221"/>
                  </a:lnTo>
                  <a:lnTo>
                    <a:pt x="116365" y="36556"/>
                  </a:lnTo>
                  <a:lnTo>
                    <a:pt x="116198" y="37170"/>
                  </a:lnTo>
                  <a:lnTo>
                    <a:pt x="115919" y="37728"/>
                  </a:lnTo>
                  <a:lnTo>
                    <a:pt x="115472" y="38230"/>
                  </a:lnTo>
                  <a:lnTo>
                    <a:pt x="115026" y="38621"/>
                  </a:lnTo>
                  <a:lnTo>
                    <a:pt x="114412" y="38956"/>
                  </a:lnTo>
                  <a:lnTo>
                    <a:pt x="113798" y="39123"/>
                  </a:lnTo>
                  <a:lnTo>
                    <a:pt x="113463" y="39179"/>
                  </a:lnTo>
                  <a:lnTo>
                    <a:pt x="112793" y="39179"/>
                  </a:lnTo>
                  <a:lnTo>
                    <a:pt x="112458" y="39123"/>
                  </a:lnTo>
                  <a:lnTo>
                    <a:pt x="111844" y="38956"/>
                  </a:lnTo>
                  <a:lnTo>
                    <a:pt x="111286" y="38621"/>
                  </a:lnTo>
                  <a:lnTo>
                    <a:pt x="110784" y="38230"/>
                  </a:lnTo>
                  <a:lnTo>
                    <a:pt x="110393" y="37728"/>
                  </a:lnTo>
                  <a:lnTo>
                    <a:pt x="110114" y="37170"/>
                  </a:lnTo>
                  <a:lnTo>
                    <a:pt x="109891" y="36556"/>
                  </a:lnTo>
                  <a:lnTo>
                    <a:pt x="109835" y="36221"/>
                  </a:lnTo>
                  <a:lnTo>
                    <a:pt x="109835" y="35886"/>
                  </a:lnTo>
                  <a:lnTo>
                    <a:pt x="109835" y="35551"/>
                  </a:lnTo>
                  <a:lnTo>
                    <a:pt x="109891" y="35216"/>
                  </a:lnTo>
                  <a:lnTo>
                    <a:pt x="110114" y="34602"/>
                  </a:lnTo>
                  <a:lnTo>
                    <a:pt x="110393" y="34044"/>
                  </a:lnTo>
                  <a:lnTo>
                    <a:pt x="110784" y="33542"/>
                  </a:lnTo>
                  <a:lnTo>
                    <a:pt x="111286" y="33151"/>
                  </a:lnTo>
                  <a:lnTo>
                    <a:pt x="111844" y="32817"/>
                  </a:lnTo>
                  <a:lnTo>
                    <a:pt x="112458" y="32649"/>
                  </a:lnTo>
                  <a:lnTo>
                    <a:pt x="112793" y="32593"/>
                  </a:lnTo>
                  <a:close/>
                  <a:moveTo>
                    <a:pt x="120328" y="48611"/>
                  </a:moveTo>
                  <a:lnTo>
                    <a:pt x="120886" y="48722"/>
                  </a:lnTo>
                  <a:lnTo>
                    <a:pt x="121444" y="48834"/>
                  </a:lnTo>
                  <a:lnTo>
                    <a:pt x="121946" y="49057"/>
                  </a:lnTo>
                  <a:lnTo>
                    <a:pt x="122393" y="49281"/>
                  </a:lnTo>
                  <a:lnTo>
                    <a:pt x="122895" y="49560"/>
                  </a:lnTo>
                  <a:lnTo>
                    <a:pt x="123286" y="49895"/>
                  </a:lnTo>
                  <a:lnTo>
                    <a:pt x="123676" y="50229"/>
                  </a:lnTo>
                  <a:lnTo>
                    <a:pt x="124067" y="50620"/>
                  </a:lnTo>
                  <a:lnTo>
                    <a:pt x="124346" y="51067"/>
                  </a:lnTo>
                  <a:lnTo>
                    <a:pt x="124625" y="51513"/>
                  </a:lnTo>
                  <a:lnTo>
                    <a:pt x="124904" y="52015"/>
                  </a:lnTo>
                  <a:lnTo>
                    <a:pt x="125071" y="52518"/>
                  </a:lnTo>
                  <a:lnTo>
                    <a:pt x="125183" y="53020"/>
                  </a:lnTo>
                  <a:lnTo>
                    <a:pt x="125295" y="53578"/>
                  </a:lnTo>
                  <a:lnTo>
                    <a:pt x="125295" y="54136"/>
                  </a:lnTo>
                  <a:lnTo>
                    <a:pt x="125295" y="54750"/>
                  </a:lnTo>
                  <a:lnTo>
                    <a:pt x="125183" y="55252"/>
                  </a:lnTo>
                  <a:lnTo>
                    <a:pt x="125071" y="55810"/>
                  </a:lnTo>
                  <a:lnTo>
                    <a:pt x="124904" y="56313"/>
                  </a:lnTo>
                  <a:lnTo>
                    <a:pt x="124625" y="56815"/>
                  </a:lnTo>
                  <a:lnTo>
                    <a:pt x="124346" y="57261"/>
                  </a:lnTo>
                  <a:lnTo>
                    <a:pt x="124067" y="57708"/>
                  </a:lnTo>
                  <a:lnTo>
                    <a:pt x="123676" y="58099"/>
                  </a:lnTo>
                  <a:lnTo>
                    <a:pt x="123286" y="58434"/>
                  </a:lnTo>
                  <a:lnTo>
                    <a:pt x="122895" y="58768"/>
                  </a:lnTo>
                  <a:lnTo>
                    <a:pt x="122393" y="59047"/>
                  </a:lnTo>
                  <a:lnTo>
                    <a:pt x="121946" y="59271"/>
                  </a:lnTo>
                  <a:lnTo>
                    <a:pt x="121444" y="59438"/>
                  </a:lnTo>
                  <a:lnTo>
                    <a:pt x="120886" y="59606"/>
                  </a:lnTo>
                  <a:lnTo>
                    <a:pt x="120328" y="59661"/>
                  </a:lnTo>
                  <a:lnTo>
                    <a:pt x="119769" y="59717"/>
                  </a:lnTo>
                  <a:lnTo>
                    <a:pt x="119211" y="59661"/>
                  </a:lnTo>
                  <a:lnTo>
                    <a:pt x="118653" y="59606"/>
                  </a:lnTo>
                  <a:lnTo>
                    <a:pt x="118095" y="59438"/>
                  </a:lnTo>
                  <a:lnTo>
                    <a:pt x="117593" y="59271"/>
                  </a:lnTo>
                  <a:lnTo>
                    <a:pt x="117146" y="59047"/>
                  </a:lnTo>
                  <a:lnTo>
                    <a:pt x="116644" y="58768"/>
                  </a:lnTo>
                  <a:lnTo>
                    <a:pt x="116253" y="58434"/>
                  </a:lnTo>
                  <a:lnTo>
                    <a:pt x="115863" y="58099"/>
                  </a:lnTo>
                  <a:lnTo>
                    <a:pt x="115472" y="57708"/>
                  </a:lnTo>
                  <a:lnTo>
                    <a:pt x="115193" y="57261"/>
                  </a:lnTo>
                  <a:lnTo>
                    <a:pt x="114914" y="56815"/>
                  </a:lnTo>
                  <a:lnTo>
                    <a:pt x="114635" y="56313"/>
                  </a:lnTo>
                  <a:lnTo>
                    <a:pt x="114467" y="55810"/>
                  </a:lnTo>
                  <a:lnTo>
                    <a:pt x="114356" y="55252"/>
                  </a:lnTo>
                  <a:lnTo>
                    <a:pt x="114244" y="54750"/>
                  </a:lnTo>
                  <a:lnTo>
                    <a:pt x="114244" y="54136"/>
                  </a:lnTo>
                  <a:lnTo>
                    <a:pt x="114244" y="53578"/>
                  </a:lnTo>
                  <a:lnTo>
                    <a:pt x="114356" y="53020"/>
                  </a:lnTo>
                  <a:lnTo>
                    <a:pt x="114467" y="52518"/>
                  </a:lnTo>
                  <a:lnTo>
                    <a:pt x="114635" y="52015"/>
                  </a:lnTo>
                  <a:lnTo>
                    <a:pt x="114914" y="51513"/>
                  </a:lnTo>
                  <a:lnTo>
                    <a:pt x="115193" y="51067"/>
                  </a:lnTo>
                  <a:lnTo>
                    <a:pt x="115472" y="50620"/>
                  </a:lnTo>
                  <a:lnTo>
                    <a:pt x="115863" y="50229"/>
                  </a:lnTo>
                  <a:lnTo>
                    <a:pt x="116253" y="49895"/>
                  </a:lnTo>
                  <a:lnTo>
                    <a:pt x="116644" y="49560"/>
                  </a:lnTo>
                  <a:lnTo>
                    <a:pt x="117146" y="49281"/>
                  </a:lnTo>
                  <a:lnTo>
                    <a:pt x="117593" y="49057"/>
                  </a:lnTo>
                  <a:lnTo>
                    <a:pt x="118095" y="48834"/>
                  </a:lnTo>
                  <a:lnTo>
                    <a:pt x="118653" y="48722"/>
                  </a:lnTo>
                  <a:lnTo>
                    <a:pt x="119211" y="48611"/>
                  </a:lnTo>
                  <a:close/>
                  <a:moveTo>
                    <a:pt x="267109" y="134782"/>
                  </a:moveTo>
                  <a:lnTo>
                    <a:pt x="267667" y="134838"/>
                  </a:lnTo>
                  <a:lnTo>
                    <a:pt x="268226" y="134894"/>
                  </a:lnTo>
                  <a:lnTo>
                    <a:pt x="268728" y="135061"/>
                  </a:lnTo>
                  <a:lnTo>
                    <a:pt x="269286" y="135229"/>
                  </a:lnTo>
                  <a:lnTo>
                    <a:pt x="269732" y="135452"/>
                  </a:lnTo>
                  <a:lnTo>
                    <a:pt x="270235" y="135731"/>
                  </a:lnTo>
                  <a:lnTo>
                    <a:pt x="270625" y="136066"/>
                  </a:lnTo>
                  <a:lnTo>
                    <a:pt x="271016" y="136401"/>
                  </a:lnTo>
                  <a:lnTo>
                    <a:pt x="271407" y="136791"/>
                  </a:lnTo>
                  <a:lnTo>
                    <a:pt x="271686" y="137238"/>
                  </a:lnTo>
                  <a:lnTo>
                    <a:pt x="271965" y="137684"/>
                  </a:lnTo>
                  <a:lnTo>
                    <a:pt x="272244" y="138187"/>
                  </a:lnTo>
                  <a:lnTo>
                    <a:pt x="272411" y="138689"/>
                  </a:lnTo>
                  <a:lnTo>
                    <a:pt x="272523" y="139191"/>
                  </a:lnTo>
                  <a:lnTo>
                    <a:pt x="272635" y="139749"/>
                  </a:lnTo>
                  <a:lnTo>
                    <a:pt x="272635" y="140363"/>
                  </a:lnTo>
                  <a:lnTo>
                    <a:pt x="272635" y="140921"/>
                  </a:lnTo>
                  <a:lnTo>
                    <a:pt x="272523" y="141479"/>
                  </a:lnTo>
                  <a:lnTo>
                    <a:pt x="272411" y="141982"/>
                  </a:lnTo>
                  <a:lnTo>
                    <a:pt x="272244" y="142484"/>
                  </a:lnTo>
                  <a:lnTo>
                    <a:pt x="271965" y="142986"/>
                  </a:lnTo>
                  <a:lnTo>
                    <a:pt x="271686" y="143433"/>
                  </a:lnTo>
                  <a:lnTo>
                    <a:pt x="271407" y="143879"/>
                  </a:lnTo>
                  <a:lnTo>
                    <a:pt x="271016" y="144270"/>
                  </a:lnTo>
                  <a:lnTo>
                    <a:pt x="270625" y="144605"/>
                  </a:lnTo>
                  <a:lnTo>
                    <a:pt x="270235" y="144940"/>
                  </a:lnTo>
                  <a:lnTo>
                    <a:pt x="269732" y="145219"/>
                  </a:lnTo>
                  <a:lnTo>
                    <a:pt x="269286" y="145442"/>
                  </a:lnTo>
                  <a:lnTo>
                    <a:pt x="268728" y="145665"/>
                  </a:lnTo>
                  <a:lnTo>
                    <a:pt x="268226" y="145777"/>
                  </a:lnTo>
                  <a:lnTo>
                    <a:pt x="267667" y="145833"/>
                  </a:lnTo>
                  <a:lnTo>
                    <a:pt x="267109" y="145888"/>
                  </a:lnTo>
                  <a:lnTo>
                    <a:pt x="266551" y="145833"/>
                  </a:lnTo>
                  <a:lnTo>
                    <a:pt x="265993" y="145777"/>
                  </a:lnTo>
                  <a:lnTo>
                    <a:pt x="265435" y="145665"/>
                  </a:lnTo>
                  <a:lnTo>
                    <a:pt x="264933" y="145442"/>
                  </a:lnTo>
                  <a:lnTo>
                    <a:pt x="264430" y="145219"/>
                  </a:lnTo>
                  <a:lnTo>
                    <a:pt x="263984" y="144940"/>
                  </a:lnTo>
                  <a:lnTo>
                    <a:pt x="263593" y="144605"/>
                  </a:lnTo>
                  <a:lnTo>
                    <a:pt x="263203" y="144270"/>
                  </a:lnTo>
                  <a:lnTo>
                    <a:pt x="262812" y="143879"/>
                  </a:lnTo>
                  <a:lnTo>
                    <a:pt x="262477" y="143433"/>
                  </a:lnTo>
                  <a:lnTo>
                    <a:pt x="262198" y="142986"/>
                  </a:lnTo>
                  <a:lnTo>
                    <a:pt x="261975" y="142484"/>
                  </a:lnTo>
                  <a:lnTo>
                    <a:pt x="261807" y="141982"/>
                  </a:lnTo>
                  <a:lnTo>
                    <a:pt x="261640" y="141479"/>
                  </a:lnTo>
                  <a:lnTo>
                    <a:pt x="261584" y="140921"/>
                  </a:lnTo>
                  <a:lnTo>
                    <a:pt x="261528" y="140363"/>
                  </a:lnTo>
                  <a:lnTo>
                    <a:pt x="261584" y="139749"/>
                  </a:lnTo>
                  <a:lnTo>
                    <a:pt x="261640" y="139191"/>
                  </a:lnTo>
                  <a:lnTo>
                    <a:pt x="261807" y="138689"/>
                  </a:lnTo>
                  <a:lnTo>
                    <a:pt x="261975" y="138187"/>
                  </a:lnTo>
                  <a:lnTo>
                    <a:pt x="262198" y="137684"/>
                  </a:lnTo>
                  <a:lnTo>
                    <a:pt x="262477" y="137238"/>
                  </a:lnTo>
                  <a:lnTo>
                    <a:pt x="262812" y="136791"/>
                  </a:lnTo>
                  <a:lnTo>
                    <a:pt x="263203" y="136401"/>
                  </a:lnTo>
                  <a:lnTo>
                    <a:pt x="263593" y="136066"/>
                  </a:lnTo>
                  <a:lnTo>
                    <a:pt x="263984" y="135731"/>
                  </a:lnTo>
                  <a:lnTo>
                    <a:pt x="264430" y="135452"/>
                  </a:lnTo>
                  <a:lnTo>
                    <a:pt x="264933" y="135229"/>
                  </a:lnTo>
                  <a:lnTo>
                    <a:pt x="265435" y="135061"/>
                  </a:lnTo>
                  <a:lnTo>
                    <a:pt x="265993" y="134894"/>
                  </a:lnTo>
                  <a:lnTo>
                    <a:pt x="266551" y="134838"/>
                  </a:lnTo>
                  <a:lnTo>
                    <a:pt x="267109" y="134782"/>
                  </a:lnTo>
                  <a:close/>
                  <a:moveTo>
                    <a:pt x="165199" y="11385"/>
                  </a:moveTo>
                  <a:lnTo>
                    <a:pt x="166594" y="11441"/>
                  </a:lnTo>
                  <a:lnTo>
                    <a:pt x="167934" y="11497"/>
                  </a:lnTo>
                  <a:lnTo>
                    <a:pt x="169273" y="11664"/>
                  </a:lnTo>
                  <a:lnTo>
                    <a:pt x="170613" y="11888"/>
                  </a:lnTo>
                  <a:lnTo>
                    <a:pt x="171952" y="12167"/>
                  </a:lnTo>
                  <a:lnTo>
                    <a:pt x="173292" y="12446"/>
                  </a:lnTo>
                  <a:lnTo>
                    <a:pt x="174631" y="12781"/>
                  </a:lnTo>
                  <a:lnTo>
                    <a:pt x="175971" y="13171"/>
                  </a:lnTo>
                  <a:lnTo>
                    <a:pt x="177254" y="13618"/>
                  </a:lnTo>
                  <a:lnTo>
                    <a:pt x="179877" y="14567"/>
                  </a:lnTo>
                  <a:lnTo>
                    <a:pt x="182445" y="15627"/>
                  </a:lnTo>
                  <a:lnTo>
                    <a:pt x="185012" y="16743"/>
                  </a:lnTo>
                  <a:lnTo>
                    <a:pt x="186630" y="17469"/>
                  </a:lnTo>
                  <a:lnTo>
                    <a:pt x="188249" y="18306"/>
                  </a:lnTo>
                  <a:lnTo>
                    <a:pt x="189867" y="19143"/>
                  </a:lnTo>
                  <a:lnTo>
                    <a:pt x="191430" y="20036"/>
                  </a:lnTo>
                  <a:lnTo>
                    <a:pt x="194556" y="21822"/>
                  </a:lnTo>
                  <a:lnTo>
                    <a:pt x="197569" y="23719"/>
                  </a:lnTo>
                  <a:lnTo>
                    <a:pt x="203653" y="27570"/>
                  </a:lnTo>
                  <a:lnTo>
                    <a:pt x="206722" y="29468"/>
                  </a:lnTo>
                  <a:lnTo>
                    <a:pt x="209848" y="31254"/>
                  </a:lnTo>
                  <a:lnTo>
                    <a:pt x="211522" y="32147"/>
                  </a:lnTo>
                  <a:lnTo>
                    <a:pt x="213252" y="32872"/>
                  </a:lnTo>
                  <a:lnTo>
                    <a:pt x="215038" y="33598"/>
                  </a:lnTo>
                  <a:lnTo>
                    <a:pt x="216824" y="34156"/>
                  </a:lnTo>
                  <a:lnTo>
                    <a:pt x="218666" y="34658"/>
                  </a:lnTo>
                  <a:lnTo>
                    <a:pt x="220563" y="35105"/>
                  </a:lnTo>
                  <a:lnTo>
                    <a:pt x="222405" y="35551"/>
                  </a:lnTo>
                  <a:lnTo>
                    <a:pt x="224303" y="35886"/>
                  </a:lnTo>
                  <a:lnTo>
                    <a:pt x="228098" y="36500"/>
                  </a:lnTo>
                  <a:lnTo>
                    <a:pt x="231949" y="37002"/>
                  </a:lnTo>
                  <a:lnTo>
                    <a:pt x="235688" y="37560"/>
                  </a:lnTo>
                  <a:lnTo>
                    <a:pt x="237530" y="37895"/>
                  </a:lnTo>
                  <a:lnTo>
                    <a:pt x="239316" y="38230"/>
                  </a:lnTo>
                  <a:lnTo>
                    <a:pt x="241269" y="38621"/>
                  </a:lnTo>
                  <a:lnTo>
                    <a:pt x="243278" y="39067"/>
                  </a:lnTo>
                  <a:lnTo>
                    <a:pt x="245232" y="39570"/>
                  </a:lnTo>
                  <a:lnTo>
                    <a:pt x="247185" y="40072"/>
                  </a:lnTo>
                  <a:lnTo>
                    <a:pt x="249138" y="40686"/>
                  </a:lnTo>
                  <a:lnTo>
                    <a:pt x="251092" y="41300"/>
                  </a:lnTo>
                  <a:lnTo>
                    <a:pt x="252989" y="41969"/>
                  </a:lnTo>
                  <a:lnTo>
                    <a:pt x="254887" y="42751"/>
                  </a:lnTo>
                  <a:lnTo>
                    <a:pt x="256729" y="43588"/>
                  </a:lnTo>
                  <a:lnTo>
                    <a:pt x="258570" y="44481"/>
                  </a:lnTo>
                  <a:lnTo>
                    <a:pt x="260356" y="45430"/>
                  </a:lnTo>
                  <a:lnTo>
                    <a:pt x="262086" y="46490"/>
                  </a:lnTo>
                  <a:lnTo>
                    <a:pt x="263761" y="47606"/>
                  </a:lnTo>
                  <a:lnTo>
                    <a:pt x="265435" y="48890"/>
                  </a:lnTo>
                  <a:lnTo>
                    <a:pt x="266998" y="50174"/>
                  </a:lnTo>
                  <a:lnTo>
                    <a:pt x="268560" y="51625"/>
                  </a:lnTo>
                  <a:lnTo>
                    <a:pt x="269453" y="52518"/>
                  </a:lnTo>
                  <a:lnTo>
                    <a:pt x="270290" y="53466"/>
                  </a:lnTo>
                  <a:lnTo>
                    <a:pt x="271128" y="54471"/>
                  </a:lnTo>
                  <a:lnTo>
                    <a:pt x="271909" y="55476"/>
                  </a:lnTo>
                  <a:lnTo>
                    <a:pt x="272690" y="56536"/>
                  </a:lnTo>
                  <a:lnTo>
                    <a:pt x="273416" y="57596"/>
                  </a:lnTo>
                  <a:lnTo>
                    <a:pt x="274086" y="58657"/>
                  </a:lnTo>
                  <a:lnTo>
                    <a:pt x="274755" y="59829"/>
                  </a:lnTo>
                  <a:lnTo>
                    <a:pt x="275369" y="60945"/>
                  </a:lnTo>
                  <a:lnTo>
                    <a:pt x="275983" y="62117"/>
                  </a:lnTo>
                  <a:lnTo>
                    <a:pt x="276541" y="63345"/>
                  </a:lnTo>
                  <a:lnTo>
                    <a:pt x="277044" y="64517"/>
                  </a:lnTo>
                  <a:lnTo>
                    <a:pt x="277546" y="65800"/>
                  </a:lnTo>
                  <a:lnTo>
                    <a:pt x="277992" y="67028"/>
                  </a:lnTo>
                  <a:lnTo>
                    <a:pt x="278383" y="68312"/>
                  </a:lnTo>
                  <a:lnTo>
                    <a:pt x="278774" y="69596"/>
                  </a:lnTo>
                  <a:lnTo>
                    <a:pt x="279109" y="70879"/>
                  </a:lnTo>
                  <a:lnTo>
                    <a:pt x="279388" y="72163"/>
                  </a:lnTo>
                  <a:lnTo>
                    <a:pt x="279667" y="73502"/>
                  </a:lnTo>
                  <a:lnTo>
                    <a:pt x="279890" y="74786"/>
                  </a:lnTo>
                  <a:lnTo>
                    <a:pt x="280057" y="76125"/>
                  </a:lnTo>
                  <a:lnTo>
                    <a:pt x="280225" y="77465"/>
                  </a:lnTo>
                  <a:lnTo>
                    <a:pt x="280281" y="78804"/>
                  </a:lnTo>
                  <a:lnTo>
                    <a:pt x="280392" y="80144"/>
                  </a:lnTo>
                  <a:lnTo>
                    <a:pt x="280392" y="81539"/>
                  </a:lnTo>
                  <a:lnTo>
                    <a:pt x="280392" y="82878"/>
                  </a:lnTo>
                  <a:lnTo>
                    <a:pt x="280336" y="84218"/>
                  </a:lnTo>
                  <a:lnTo>
                    <a:pt x="280225" y="85557"/>
                  </a:lnTo>
                  <a:lnTo>
                    <a:pt x="280057" y="86897"/>
                  </a:lnTo>
                  <a:lnTo>
                    <a:pt x="279890" y="88180"/>
                  </a:lnTo>
                  <a:lnTo>
                    <a:pt x="279667" y="89520"/>
                  </a:lnTo>
                  <a:lnTo>
                    <a:pt x="279388" y="90859"/>
                  </a:lnTo>
                  <a:lnTo>
                    <a:pt x="279053" y="92199"/>
                  </a:lnTo>
                  <a:lnTo>
                    <a:pt x="278662" y="93538"/>
                  </a:lnTo>
                  <a:lnTo>
                    <a:pt x="278271" y="94878"/>
                  </a:lnTo>
                  <a:lnTo>
                    <a:pt x="277825" y="96217"/>
                  </a:lnTo>
                  <a:lnTo>
                    <a:pt x="277323" y="97501"/>
                  </a:lnTo>
                  <a:lnTo>
                    <a:pt x="276820" y="98784"/>
                  </a:lnTo>
                  <a:lnTo>
                    <a:pt x="275704" y="101296"/>
                  </a:lnTo>
                  <a:lnTo>
                    <a:pt x="274532" y="103807"/>
                  </a:lnTo>
                  <a:lnTo>
                    <a:pt x="273248" y="106263"/>
                  </a:lnTo>
                  <a:lnTo>
                    <a:pt x="271909" y="108663"/>
                  </a:lnTo>
                  <a:lnTo>
                    <a:pt x="270514" y="111007"/>
                  </a:lnTo>
                  <a:lnTo>
                    <a:pt x="268393" y="114467"/>
                  </a:lnTo>
                  <a:lnTo>
                    <a:pt x="266216" y="117872"/>
                  </a:lnTo>
                  <a:lnTo>
                    <a:pt x="263984" y="121220"/>
                  </a:lnTo>
                  <a:lnTo>
                    <a:pt x="261696" y="124569"/>
                  </a:lnTo>
                  <a:lnTo>
                    <a:pt x="259352" y="127806"/>
                  </a:lnTo>
                  <a:lnTo>
                    <a:pt x="256952" y="131043"/>
                  </a:lnTo>
                  <a:lnTo>
                    <a:pt x="254496" y="134168"/>
                  </a:lnTo>
                  <a:lnTo>
                    <a:pt x="251929" y="137238"/>
                  </a:lnTo>
                  <a:lnTo>
                    <a:pt x="250366" y="139135"/>
                  </a:lnTo>
                  <a:lnTo>
                    <a:pt x="248748" y="140921"/>
                  </a:lnTo>
                  <a:lnTo>
                    <a:pt x="247073" y="142707"/>
                  </a:lnTo>
                  <a:lnTo>
                    <a:pt x="246180" y="143544"/>
                  </a:lnTo>
                  <a:lnTo>
                    <a:pt x="245287" y="144326"/>
                  </a:lnTo>
                  <a:lnTo>
                    <a:pt x="244394" y="145107"/>
                  </a:lnTo>
                  <a:lnTo>
                    <a:pt x="243446" y="145833"/>
                  </a:lnTo>
                  <a:lnTo>
                    <a:pt x="242497" y="146558"/>
                  </a:lnTo>
                  <a:lnTo>
                    <a:pt x="241548" y="147172"/>
                  </a:lnTo>
                  <a:lnTo>
                    <a:pt x="240543" y="147786"/>
                  </a:lnTo>
                  <a:lnTo>
                    <a:pt x="239539" y="148288"/>
                  </a:lnTo>
                  <a:lnTo>
                    <a:pt x="238478" y="148791"/>
                  </a:lnTo>
                  <a:lnTo>
                    <a:pt x="237418" y="149181"/>
                  </a:lnTo>
                  <a:lnTo>
                    <a:pt x="236246" y="149572"/>
                  </a:lnTo>
                  <a:lnTo>
                    <a:pt x="235074" y="149851"/>
                  </a:lnTo>
                  <a:lnTo>
                    <a:pt x="233846" y="150018"/>
                  </a:lnTo>
                  <a:lnTo>
                    <a:pt x="232674" y="150186"/>
                  </a:lnTo>
                  <a:lnTo>
                    <a:pt x="231446" y="150242"/>
                  </a:lnTo>
                  <a:lnTo>
                    <a:pt x="230274" y="150242"/>
                  </a:lnTo>
                  <a:lnTo>
                    <a:pt x="229046" y="150186"/>
                  </a:lnTo>
                  <a:lnTo>
                    <a:pt x="227819" y="150018"/>
                  </a:lnTo>
                  <a:lnTo>
                    <a:pt x="226647" y="149851"/>
                  </a:lnTo>
                  <a:lnTo>
                    <a:pt x="225419" y="149628"/>
                  </a:lnTo>
                  <a:lnTo>
                    <a:pt x="224247" y="149349"/>
                  </a:lnTo>
                  <a:lnTo>
                    <a:pt x="223019" y="149014"/>
                  </a:lnTo>
                  <a:lnTo>
                    <a:pt x="221847" y="148623"/>
                  </a:lnTo>
                  <a:lnTo>
                    <a:pt x="220675" y="148232"/>
                  </a:lnTo>
                  <a:lnTo>
                    <a:pt x="219503" y="147786"/>
                  </a:lnTo>
                  <a:lnTo>
                    <a:pt x="218387" y="147340"/>
                  </a:lnTo>
                  <a:lnTo>
                    <a:pt x="216154" y="146279"/>
                  </a:lnTo>
                  <a:lnTo>
                    <a:pt x="213922" y="145219"/>
                  </a:lnTo>
                  <a:lnTo>
                    <a:pt x="211689" y="144047"/>
                  </a:lnTo>
                  <a:lnTo>
                    <a:pt x="209513" y="142875"/>
                  </a:lnTo>
                  <a:lnTo>
                    <a:pt x="207280" y="141703"/>
                  </a:lnTo>
                  <a:lnTo>
                    <a:pt x="205104" y="140586"/>
                  </a:lnTo>
                  <a:lnTo>
                    <a:pt x="202871" y="139526"/>
                  </a:lnTo>
                  <a:lnTo>
                    <a:pt x="200639" y="138521"/>
                  </a:lnTo>
                  <a:lnTo>
                    <a:pt x="198574" y="137684"/>
                  </a:lnTo>
                  <a:lnTo>
                    <a:pt x="196565" y="137015"/>
                  </a:lnTo>
                  <a:lnTo>
                    <a:pt x="194500" y="136345"/>
                  </a:lnTo>
                  <a:lnTo>
                    <a:pt x="192435" y="135843"/>
                  </a:lnTo>
                  <a:lnTo>
                    <a:pt x="190314" y="135396"/>
                  </a:lnTo>
                  <a:lnTo>
                    <a:pt x="188249" y="135005"/>
                  </a:lnTo>
                  <a:lnTo>
                    <a:pt x="186128" y="134726"/>
                  </a:lnTo>
                  <a:lnTo>
                    <a:pt x="184007" y="134559"/>
                  </a:lnTo>
                  <a:lnTo>
                    <a:pt x="182333" y="134447"/>
                  </a:lnTo>
                  <a:lnTo>
                    <a:pt x="180715" y="134447"/>
                  </a:lnTo>
                  <a:lnTo>
                    <a:pt x="179040" y="134559"/>
                  </a:lnTo>
                  <a:lnTo>
                    <a:pt x="177422" y="134726"/>
                  </a:lnTo>
                  <a:lnTo>
                    <a:pt x="175859" y="135005"/>
                  </a:lnTo>
                  <a:lnTo>
                    <a:pt x="175022" y="135229"/>
                  </a:lnTo>
                  <a:lnTo>
                    <a:pt x="174241" y="135452"/>
                  </a:lnTo>
                  <a:lnTo>
                    <a:pt x="173515" y="135731"/>
                  </a:lnTo>
                  <a:lnTo>
                    <a:pt x="172734" y="136066"/>
                  </a:lnTo>
                  <a:lnTo>
                    <a:pt x="172008" y="136401"/>
                  </a:lnTo>
                  <a:lnTo>
                    <a:pt x="171227" y="136791"/>
                  </a:lnTo>
                  <a:lnTo>
                    <a:pt x="170501" y="137238"/>
                  </a:lnTo>
                  <a:lnTo>
                    <a:pt x="169720" y="137796"/>
                  </a:lnTo>
                  <a:lnTo>
                    <a:pt x="168994" y="138354"/>
                  </a:lnTo>
                  <a:lnTo>
                    <a:pt x="168325" y="138912"/>
                  </a:lnTo>
                  <a:lnTo>
                    <a:pt x="166929" y="140140"/>
                  </a:lnTo>
                  <a:lnTo>
                    <a:pt x="165590" y="141424"/>
                  </a:lnTo>
                  <a:lnTo>
                    <a:pt x="164195" y="142651"/>
                  </a:lnTo>
                  <a:lnTo>
                    <a:pt x="162855" y="143879"/>
                  </a:lnTo>
                  <a:lnTo>
                    <a:pt x="162130" y="144493"/>
                  </a:lnTo>
                  <a:lnTo>
                    <a:pt x="161404" y="145051"/>
                  </a:lnTo>
                  <a:lnTo>
                    <a:pt x="160679" y="145554"/>
                  </a:lnTo>
                  <a:lnTo>
                    <a:pt x="159897" y="146056"/>
                  </a:lnTo>
                  <a:lnTo>
                    <a:pt x="159172" y="146447"/>
                  </a:lnTo>
                  <a:lnTo>
                    <a:pt x="158390" y="146781"/>
                  </a:lnTo>
                  <a:lnTo>
                    <a:pt x="157609" y="147116"/>
                  </a:lnTo>
                  <a:lnTo>
                    <a:pt x="156828" y="147395"/>
                  </a:lnTo>
                  <a:lnTo>
                    <a:pt x="156046" y="147674"/>
                  </a:lnTo>
                  <a:lnTo>
                    <a:pt x="155209" y="147842"/>
                  </a:lnTo>
                  <a:lnTo>
                    <a:pt x="154428" y="148009"/>
                  </a:lnTo>
                  <a:lnTo>
                    <a:pt x="153591" y="148177"/>
                  </a:lnTo>
                  <a:lnTo>
                    <a:pt x="151916" y="148344"/>
                  </a:lnTo>
                  <a:lnTo>
                    <a:pt x="150242" y="148456"/>
                  </a:lnTo>
                  <a:lnTo>
                    <a:pt x="148568" y="148400"/>
                  </a:lnTo>
                  <a:lnTo>
                    <a:pt x="146893" y="148288"/>
                  </a:lnTo>
                  <a:lnTo>
                    <a:pt x="145331" y="148121"/>
                  </a:lnTo>
                  <a:lnTo>
                    <a:pt x="143824" y="147898"/>
                  </a:lnTo>
                  <a:lnTo>
                    <a:pt x="142261" y="147619"/>
                  </a:lnTo>
                  <a:lnTo>
                    <a:pt x="140698" y="147284"/>
                  </a:lnTo>
                  <a:lnTo>
                    <a:pt x="139192" y="146893"/>
                  </a:lnTo>
                  <a:lnTo>
                    <a:pt x="137685" y="146391"/>
                  </a:lnTo>
                  <a:lnTo>
                    <a:pt x="136178" y="145888"/>
                  </a:lnTo>
                  <a:lnTo>
                    <a:pt x="134727" y="145275"/>
                  </a:lnTo>
                  <a:lnTo>
                    <a:pt x="133276" y="144605"/>
                  </a:lnTo>
                  <a:lnTo>
                    <a:pt x="131825" y="143879"/>
                  </a:lnTo>
                  <a:lnTo>
                    <a:pt x="130485" y="143098"/>
                  </a:lnTo>
                  <a:lnTo>
                    <a:pt x="129090" y="142261"/>
                  </a:lnTo>
                  <a:lnTo>
                    <a:pt x="127806" y="141312"/>
                  </a:lnTo>
                  <a:lnTo>
                    <a:pt x="126523" y="140307"/>
                  </a:lnTo>
                  <a:lnTo>
                    <a:pt x="125295" y="139247"/>
                  </a:lnTo>
                  <a:lnTo>
                    <a:pt x="124067" y="138131"/>
                  </a:lnTo>
                  <a:lnTo>
                    <a:pt x="122951" y="136959"/>
                  </a:lnTo>
                  <a:lnTo>
                    <a:pt x="121834" y="135675"/>
                  </a:lnTo>
                  <a:lnTo>
                    <a:pt x="120830" y="134336"/>
                  </a:lnTo>
                  <a:lnTo>
                    <a:pt x="119881" y="132996"/>
                  </a:lnTo>
                  <a:lnTo>
                    <a:pt x="118988" y="131545"/>
                  </a:lnTo>
                  <a:lnTo>
                    <a:pt x="118151" y="130038"/>
                  </a:lnTo>
                  <a:lnTo>
                    <a:pt x="117370" y="128476"/>
                  </a:lnTo>
                  <a:lnTo>
                    <a:pt x="116700" y="126913"/>
                  </a:lnTo>
                  <a:lnTo>
                    <a:pt x="116086" y="125294"/>
                  </a:lnTo>
                  <a:lnTo>
                    <a:pt x="115584" y="123676"/>
                  </a:lnTo>
                  <a:lnTo>
                    <a:pt x="115137" y="122002"/>
                  </a:lnTo>
                  <a:lnTo>
                    <a:pt x="114802" y="120327"/>
                  </a:lnTo>
                  <a:lnTo>
                    <a:pt x="114579" y="118597"/>
                  </a:lnTo>
                  <a:lnTo>
                    <a:pt x="114412" y="116867"/>
                  </a:lnTo>
                  <a:lnTo>
                    <a:pt x="114356" y="115137"/>
                  </a:lnTo>
                  <a:lnTo>
                    <a:pt x="114412" y="113351"/>
                  </a:lnTo>
                  <a:lnTo>
                    <a:pt x="114523" y="112123"/>
                  </a:lnTo>
                  <a:lnTo>
                    <a:pt x="114691" y="110895"/>
                  </a:lnTo>
                  <a:lnTo>
                    <a:pt x="114858" y="109667"/>
                  </a:lnTo>
                  <a:lnTo>
                    <a:pt x="115137" y="108440"/>
                  </a:lnTo>
                  <a:lnTo>
                    <a:pt x="115416" y="107212"/>
                  </a:lnTo>
                  <a:lnTo>
                    <a:pt x="115695" y="106040"/>
                  </a:lnTo>
                  <a:lnTo>
                    <a:pt x="116421" y="103640"/>
                  </a:lnTo>
                  <a:lnTo>
                    <a:pt x="117202" y="101240"/>
                  </a:lnTo>
                  <a:lnTo>
                    <a:pt x="118095" y="98952"/>
                  </a:lnTo>
                  <a:lnTo>
                    <a:pt x="119937" y="94320"/>
                  </a:lnTo>
                  <a:lnTo>
                    <a:pt x="121667" y="90022"/>
                  </a:lnTo>
                  <a:lnTo>
                    <a:pt x="123341" y="85725"/>
                  </a:lnTo>
                  <a:lnTo>
                    <a:pt x="124960" y="81372"/>
                  </a:lnTo>
                  <a:lnTo>
                    <a:pt x="126467" y="77018"/>
                  </a:lnTo>
                  <a:lnTo>
                    <a:pt x="127862" y="72609"/>
                  </a:lnTo>
                  <a:lnTo>
                    <a:pt x="128532" y="70377"/>
                  </a:lnTo>
                  <a:lnTo>
                    <a:pt x="129146" y="68145"/>
                  </a:lnTo>
                  <a:lnTo>
                    <a:pt x="129704" y="65856"/>
                  </a:lnTo>
                  <a:lnTo>
                    <a:pt x="130262" y="63624"/>
                  </a:lnTo>
                  <a:lnTo>
                    <a:pt x="130764" y="61336"/>
                  </a:lnTo>
                  <a:lnTo>
                    <a:pt x="131211" y="59047"/>
                  </a:lnTo>
                  <a:lnTo>
                    <a:pt x="131825" y="55308"/>
                  </a:lnTo>
                  <a:lnTo>
                    <a:pt x="132438" y="51513"/>
                  </a:lnTo>
                  <a:lnTo>
                    <a:pt x="132997" y="47718"/>
                  </a:lnTo>
                  <a:lnTo>
                    <a:pt x="133610" y="43979"/>
                  </a:lnTo>
                  <a:lnTo>
                    <a:pt x="133945" y="42137"/>
                  </a:lnTo>
                  <a:lnTo>
                    <a:pt x="134336" y="40295"/>
                  </a:lnTo>
                  <a:lnTo>
                    <a:pt x="134782" y="38453"/>
                  </a:lnTo>
                  <a:lnTo>
                    <a:pt x="135285" y="36612"/>
                  </a:lnTo>
                  <a:lnTo>
                    <a:pt x="135787" y="34826"/>
                  </a:lnTo>
                  <a:lnTo>
                    <a:pt x="136401" y="33096"/>
                  </a:lnTo>
                  <a:lnTo>
                    <a:pt x="137071" y="31365"/>
                  </a:lnTo>
                  <a:lnTo>
                    <a:pt x="137852" y="29635"/>
                  </a:lnTo>
                  <a:lnTo>
                    <a:pt x="138299" y="28687"/>
                  </a:lnTo>
                  <a:lnTo>
                    <a:pt x="138857" y="27738"/>
                  </a:lnTo>
                  <a:lnTo>
                    <a:pt x="139415" y="26789"/>
                  </a:lnTo>
                  <a:lnTo>
                    <a:pt x="139973" y="25840"/>
                  </a:lnTo>
                  <a:lnTo>
                    <a:pt x="140587" y="24947"/>
                  </a:lnTo>
                  <a:lnTo>
                    <a:pt x="141201" y="24110"/>
                  </a:lnTo>
                  <a:lnTo>
                    <a:pt x="141870" y="23217"/>
                  </a:lnTo>
                  <a:lnTo>
                    <a:pt x="142540" y="22436"/>
                  </a:lnTo>
                  <a:lnTo>
                    <a:pt x="143210" y="21599"/>
                  </a:lnTo>
                  <a:lnTo>
                    <a:pt x="143935" y="20817"/>
                  </a:lnTo>
                  <a:lnTo>
                    <a:pt x="144717" y="20092"/>
                  </a:lnTo>
                  <a:lnTo>
                    <a:pt x="145442" y="19366"/>
                  </a:lnTo>
                  <a:lnTo>
                    <a:pt x="146224" y="18641"/>
                  </a:lnTo>
                  <a:lnTo>
                    <a:pt x="147061" y="17971"/>
                  </a:lnTo>
                  <a:lnTo>
                    <a:pt x="147898" y="17357"/>
                  </a:lnTo>
                  <a:lnTo>
                    <a:pt x="148735" y="16743"/>
                  </a:lnTo>
                  <a:lnTo>
                    <a:pt x="149572" y="16185"/>
                  </a:lnTo>
                  <a:lnTo>
                    <a:pt x="150465" y="15627"/>
                  </a:lnTo>
                  <a:lnTo>
                    <a:pt x="151358" y="15069"/>
                  </a:lnTo>
                  <a:lnTo>
                    <a:pt x="152251" y="14622"/>
                  </a:lnTo>
                  <a:lnTo>
                    <a:pt x="153144" y="14120"/>
                  </a:lnTo>
                  <a:lnTo>
                    <a:pt x="154093" y="13729"/>
                  </a:lnTo>
                  <a:lnTo>
                    <a:pt x="155042" y="13339"/>
                  </a:lnTo>
                  <a:lnTo>
                    <a:pt x="155990" y="12948"/>
                  </a:lnTo>
                  <a:lnTo>
                    <a:pt x="156939" y="12669"/>
                  </a:lnTo>
                  <a:lnTo>
                    <a:pt x="157888" y="12390"/>
                  </a:lnTo>
                  <a:lnTo>
                    <a:pt x="158893" y="12111"/>
                  </a:lnTo>
                  <a:lnTo>
                    <a:pt x="159841" y="11888"/>
                  </a:lnTo>
                  <a:lnTo>
                    <a:pt x="160846" y="11720"/>
                  </a:lnTo>
                  <a:lnTo>
                    <a:pt x="161851" y="11553"/>
                  </a:lnTo>
                  <a:lnTo>
                    <a:pt x="162855" y="11497"/>
                  </a:lnTo>
                  <a:lnTo>
                    <a:pt x="163860" y="11385"/>
                  </a:lnTo>
                  <a:close/>
                  <a:moveTo>
                    <a:pt x="184677" y="142428"/>
                  </a:moveTo>
                  <a:lnTo>
                    <a:pt x="185235" y="142484"/>
                  </a:lnTo>
                  <a:lnTo>
                    <a:pt x="185793" y="142540"/>
                  </a:lnTo>
                  <a:lnTo>
                    <a:pt x="186296" y="142707"/>
                  </a:lnTo>
                  <a:lnTo>
                    <a:pt x="186854" y="142875"/>
                  </a:lnTo>
                  <a:lnTo>
                    <a:pt x="187300" y="143098"/>
                  </a:lnTo>
                  <a:lnTo>
                    <a:pt x="187747" y="143377"/>
                  </a:lnTo>
                  <a:lnTo>
                    <a:pt x="188193" y="143712"/>
                  </a:lnTo>
                  <a:lnTo>
                    <a:pt x="188584" y="144103"/>
                  </a:lnTo>
                  <a:lnTo>
                    <a:pt x="188975" y="144493"/>
                  </a:lnTo>
                  <a:lnTo>
                    <a:pt x="189254" y="144884"/>
                  </a:lnTo>
                  <a:lnTo>
                    <a:pt x="189533" y="145330"/>
                  </a:lnTo>
                  <a:lnTo>
                    <a:pt x="189812" y="145833"/>
                  </a:lnTo>
                  <a:lnTo>
                    <a:pt x="189979" y="146335"/>
                  </a:lnTo>
                  <a:lnTo>
                    <a:pt x="190091" y="146893"/>
                  </a:lnTo>
                  <a:lnTo>
                    <a:pt x="190202" y="147451"/>
                  </a:lnTo>
                  <a:lnTo>
                    <a:pt x="190202" y="148009"/>
                  </a:lnTo>
                  <a:lnTo>
                    <a:pt x="190202" y="148567"/>
                  </a:lnTo>
                  <a:lnTo>
                    <a:pt x="190091" y="149125"/>
                  </a:lnTo>
                  <a:lnTo>
                    <a:pt x="189979" y="149628"/>
                  </a:lnTo>
                  <a:lnTo>
                    <a:pt x="189812" y="150186"/>
                  </a:lnTo>
                  <a:lnTo>
                    <a:pt x="189533" y="150632"/>
                  </a:lnTo>
                  <a:lnTo>
                    <a:pt x="189254" y="151079"/>
                  </a:lnTo>
                  <a:lnTo>
                    <a:pt x="188975" y="151525"/>
                  </a:lnTo>
                  <a:lnTo>
                    <a:pt x="188584" y="151916"/>
                  </a:lnTo>
                  <a:lnTo>
                    <a:pt x="188193" y="152307"/>
                  </a:lnTo>
                  <a:lnTo>
                    <a:pt x="187747" y="152586"/>
                  </a:lnTo>
                  <a:lnTo>
                    <a:pt x="187300" y="152865"/>
                  </a:lnTo>
                  <a:lnTo>
                    <a:pt x="186854" y="153144"/>
                  </a:lnTo>
                  <a:lnTo>
                    <a:pt x="186296" y="153311"/>
                  </a:lnTo>
                  <a:lnTo>
                    <a:pt x="185793" y="153423"/>
                  </a:lnTo>
                  <a:lnTo>
                    <a:pt x="185235" y="153534"/>
                  </a:lnTo>
                  <a:lnTo>
                    <a:pt x="184119" y="153534"/>
                  </a:lnTo>
                  <a:lnTo>
                    <a:pt x="183561" y="153423"/>
                  </a:lnTo>
                  <a:lnTo>
                    <a:pt x="183003" y="153311"/>
                  </a:lnTo>
                  <a:lnTo>
                    <a:pt x="182500" y="153144"/>
                  </a:lnTo>
                  <a:lnTo>
                    <a:pt x="181998" y="152865"/>
                  </a:lnTo>
                  <a:lnTo>
                    <a:pt x="181552" y="152586"/>
                  </a:lnTo>
                  <a:lnTo>
                    <a:pt x="181161" y="152307"/>
                  </a:lnTo>
                  <a:lnTo>
                    <a:pt x="180770" y="151916"/>
                  </a:lnTo>
                  <a:lnTo>
                    <a:pt x="180380" y="151525"/>
                  </a:lnTo>
                  <a:lnTo>
                    <a:pt x="180045" y="151079"/>
                  </a:lnTo>
                  <a:lnTo>
                    <a:pt x="179766" y="150632"/>
                  </a:lnTo>
                  <a:lnTo>
                    <a:pt x="179543" y="150186"/>
                  </a:lnTo>
                  <a:lnTo>
                    <a:pt x="179375" y="149628"/>
                  </a:lnTo>
                  <a:lnTo>
                    <a:pt x="179208" y="149125"/>
                  </a:lnTo>
                  <a:lnTo>
                    <a:pt x="179152" y="148567"/>
                  </a:lnTo>
                  <a:lnTo>
                    <a:pt x="179096" y="148009"/>
                  </a:lnTo>
                  <a:lnTo>
                    <a:pt x="179152" y="147451"/>
                  </a:lnTo>
                  <a:lnTo>
                    <a:pt x="179208" y="146893"/>
                  </a:lnTo>
                  <a:lnTo>
                    <a:pt x="179375" y="146335"/>
                  </a:lnTo>
                  <a:lnTo>
                    <a:pt x="179543" y="145833"/>
                  </a:lnTo>
                  <a:lnTo>
                    <a:pt x="179766" y="145330"/>
                  </a:lnTo>
                  <a:lnTo>
                    <a:pt x="180045" y="144884"/>
                  </a:lnTo>
                  <a:lnTo>
                    <a:pt x="180380" y="144493"/>
                  </a:lnTo>
                  <a:lnTo>
                    <a:pt x="180770" y="144103"/>
                  </a:lnTo>
                  <a:lnTo>
                    <a:pt x="181161" y="143712"/>
                  </a:lnTo>
                  <a:lnTo>
                    <a:pt x="181552" y="143377"/>
                  </a:lnTo>
                  <a:lnTo>
                    <a:pt x="181998" y="143098"/>
                  </a:lnTo>
                  <a:lnTo>
                    <a:pt x="182500" y="142875"/>
                  </a:lnTo>
                  <a:lnTo>
                    <a:pt x="183003" y="142707"/>
                  </a:lnTo>
                  <a:lnTo>
                    <a:pt x="183561" y="142540"/>
                  </a:lnTo>
                  <a:lnTo>
                    <a:pt x="184119" y="142484"/>
                  </a:lnTo>
                  <a:lnTo>
                    <a:pt x="184677" y="142428"/>
                  </a:lnTo>
                  <a:close/>
                  <a:moveTo>
                    <a:pt x="0" y="0"/>
                  </a:moveTo>
                  <a:lnTo>
                    <a:pt x="0" y="160734"/>
                  </a:lnTo>
                  <a:lnTo>
                    <a:pt x="285750" y="160734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238125" y="848325"/>
              <a:ext cx="7143750" cy="4018350"/>
            </a:xfrm>
            <a:custGeom>
              <a:rect b="b" l="l" r="r" t="t"/>
              <a:pathLst>
                <a:path extrusionOk="0" h="160734" w="285750">
                  <a:moveTo>
                    <a:pt x="206722" y="15292"/>
                  </a:moveTo>
                  <a:lnTo>
                    <a:pt x="207057" y="15348"/>
                  </a:lnTo>
                  <a:lnTo>
                    <a:pt x="207671" y="15515"/>
                  </a:lnTo>
                  <a:lnTo>
                    <a:pt x="208229" y="15850"/>
                  </a:lnTo>
                  <a:lnTo>
                    <a:pt x="208731" y="16241"/>
                  </a:lnTo>
                  <a:lnTo>
                    <a:pt x="209122" y="16743"/>
                  </a:lnTo>
                  <a:lnTo>
                    <a:pt x="209457" y="17301"/>
                  </a:lnTo>
                  <a:lnTo>
                    <a:pt x="209624" y="17915"/>
                  </a:lnTo>
                  <a:lnTo>
                    <a:pt x="209680" y="18250"/>
                  </a:lnTo>
                  <a:lnTo>
                    <a:pt x="209736" y="18585"/>
                  </a:lnTo>
                  <a:lnTo>
                    <a:pt x="209680" y="18920"/>
                  </a:lnTo>
                  <a:lnTo>
                    <a:pt x="209624" y="19255"/>
                  </a:lnTo>
                  <a:lnTo>
                    <a:pt x="209457" y="19869"/>
                  </a:lnTo>
                  <a:lnTo>
                    <a:pt x="209122" y="20427"/>
                  </a:lnTo>
                  <a:lnTo>
                    <a:pt x="208731" y="20929"/>
                  </a:lnTo>
                  <a:lnTo>
                    <a:pt x="208229" y="21320"/>
                  </a:lnTo>
                  <a:lnTo>
                    <a:pt x="207671" y="21654"/>
                  </a:lnTo>
                  <a:lnTo>
                    <a:pt x="207057" y="21822"/>
                  </a:lnTo>
                  <a:lnTo>
                    <a:pt x="206722" y="21878"/>
                  </a:lnTo>
                  <a:lnTo>
                    <a:pt x="206053" y="21878"/>
                  </a:lnTo>
                  <a:lnTo>
                    <a:pt x="205718" y="21822"/>
                  </a:lnTo>
                  <a:lnTo>
                    <a:pt x="205104" y="21654"/>
                  </a:lnTo>
                  <a:lnTo>
                    <a:pt x="204546" y="21320"/>
                  </a:lnTo>
                  <a:lnTo>
                    <a:pt x="204043" y="20929"/>
                  </a:lnTo>
                  <a:lnTo>
                    <a:pt x="203653" y="20427"/>
                  </a:lnTo>
                  <a:lnTo>
                    <a:pt x="203374" y="19869"/>
                  </a:lnTo>
                  <a:lnTo>
                    <a:pt x="203150" y="19255"/>
                  </a:lnTo>
                  <a:lnTo>
                    <a:pt x="203095" y="18920"/>
                  </a:lnTo>
                  <a:lnTo>
                    <a:pt x="203095" y="18585"/>
                  </a:lnTo>
                  <a:lnTo>
                    <a:pt x="203095" y="18250"/>
                  </a:lnTo>
                  <a:lnTo>
                    <a:pt x="203150" y="17915"/>
                  </a:lnTo>
                  <a:lnTo>
                    <a:pt x="203374" y="17301"/>
                  </a:lnTo>
                  <a:lnTo>
                    <a:pt x="203653" y="16743"/>
                  </a:lnTo>
                  <a:lnTo>
                    <a:pt x="204043" y="16241"/>
                  </a:lnTo>
                  <a:lnTo>
                    <a:pt x="204546" y="15850"/>
                  </a:lnTo>
                  <a:lnTo>
                    <a:pt x="205104" y="15515"/>
                  </a:lnTo>
                  <a:lnTo>
                    <a:pt x="205718" y="15348"/>
                  </a:lnTo>
                  <a:lnTo>
                    <a:pt x="206053" y="15292"/>
                  </a:lnTo>
                  <a:close/>
                  <a:moveTo>
                    <a:pt x="255947" y="30138"/>
                  </a:moveTo>
                  <a:lnTo>
                    <a:pt x="256282" y="30193"/>
                  </a:lnTo>
                  <a:lnTo>
                    <a:pt x="256896" y="30417"/>
                  </a:lnTo>
                  <a:lnTo>
                    <a:pt x="257454" y="30696"/>
                  </a:lnTo>
                  <a:lnTo>
                    <a:pt x="257956" y="31086"/>
                  </a:lnTo>
                  <a:lnTo>
                    <a:pt x="258347" y="31589"/>
                  </a:lnTo>
                  <a:lnTo>
                    <a:pt x="258682" y="32147"/>
                  </a:lnTo>
                  <a:lnTo>
                    <a:pt x="258849" y="32761"/>
                  </a:lnTo>
                  <a:lnTo>
                    <a:pt x="258905" y="33096"/>
                  </a:lnTo>
                  <a:lnTo>
                    <a:pt x="258905" y="33430"/>
                  </a:lnTo>
                  <a:lnTo>
                    <a:pt x="258905" y="33765"/>
                  </a:lnTo>
                  <a:lnTo>
                    <a:pt x="258849" y="34100"/>
                  </a:lnTo>
                  <a:lnTo>
                    <a:pt x="258682" y="34714"/>
                  </a:lnTo>
                  <a:lnTo>
                    <a:pt x="258347" y="35328"/>
                  </a:lnTo>
                  <a:lnTo>
                    <a:pt x="257956" y="35774"/>
                  </a:lnTo>
                  <a:lnTo>
                    <a:pt x="257454" y="36221"/>
                  </a:lnTo>
                  <a:lnTo>
                    <a:pt x="256896" y="36500"/>
                  </a:lnTo>
                  <a:lnTo>
                    <a:pt x="256282" y="36723"/>
                  </a:lnTo>
                  <a:lnTo>
                    <a:pt x="255947" y="36723"/>
                  </a:lnTo>
                  <a:lnTo>
                    <a:pt x="255612" y="36779"/>
                  </a:lnTo>
                  <a:lnTo>
                    <a:pt x="255277" y="36723"/>
                  </a:lnTo>
                  <a:lnTo>
                    <a:pt x="254943" y="36723"/>
                  </a:lnTo>
                  <a:lnTo>
                    <a:pt x="254329" y="36500"/>
                  </a:lnTo>
                  <a:lnTo>
                    <a:pt x="253771" y="36221"/>
                  </a:lnTo>
                  <a:lnTo>
                    <a:pt x="253268" y="35774"/>
                  </a:lnTo>
                  <a:lnTo>
                    <a:pt x="252878" y="35328"/>
                  </a:lnTo>
                  <a:lnTo>
                    <a:pt x="252543" y="34714"/>
                  </a:lnTo>
                  <a:lnTo>
                    <a:pt x="252375" y="34100"/>
                  </a:lnTo>
                  <a:lnTo>
                    <a:pt x="252319" y="33765"/>
                  </a:lnTo>
                  <a:lnTo>
                    <a:pt x="252264" y="33430"/>
                  </a:lnTo>
                  <a:lnTo>
                    <a:pt x="252319" y="33096"/>
                  </a:lnTo>
                  <a:lnTo>
                    <a:pt x="252375" y="32761"/>
                  </a:lnTo>
                  <a:lnTo>
                    <a:pt x="252543" y="32147"/>
                  </a:lnTo>
                  <a:lnTo>
                    <a:pt x="252878" y="31589"/>
                  </a:lnTo>
                  <a:lnTo>
                    <a:pt x="253268" y="31086"/>
                  </a:lnTo>
                  <a:lnTo>
                    <a:pt x="253771" y="30696"/>
                  </a:lnTo>
                  <a:lnTo>
                    <a:pt x="254329" y="30417"/>
                  </a:lnTo>
                  <a:lnTo>
                    <a:pt x="254943" y="30193"/>
                  </a:lnTo>
                  <a:lnTo>
                    <a:pt x="255277" y="30138"/>
                  </a:lnTo>
                  <a:close/>
                  <a:moveTo>
                    <a:pt x="113463" y="32593"/>
                  </a:moveTo>
                  <a:lnTo>
                    <a:pt x="113798" y="32649"/>
                  </a:lnTo>
                  <a:lnTo>
                    <a:pt x="114412" y="32817"/>
                  </a:lnTo>
                  <a:lnTo>
                    <a:pt x="115026" y="33151"/>
                  </a:lnTo>
                  <a:lnTo>
                    <a:pt x="115472" y="33542"/>
                  </a:lnTo>
                  <a:lnTo>
                    <a:pt x="115919" y="34044"/>
                  </a:lnTo>
                  <a:lnTo>
                    <a:pt x="116198" y="34602"/>
                  </a:lnTo>
                  <a:lnTo>
                    <a:pt x="116365" y="35216"/>
                  </a:lnTo>
                  <a:lnTo>
                    <a:pt x="116421" y="35551"/>
                  </a:lnTo>
                  <a:lnTo>
                    <a:pt x="116477" y="35886"/>
                  </a:lnTo>
                  <a:lnTo>
                    <a:pt x="116421" y="36221"/>
                  </a:lnTo>
                  <a:lnTo>
                    <a:pt x="116365" y="36556"/>
                  </a:lnTo>
                  <a:lnTo>
                    <a:pt x="116198" y="37170"/>
                  </a:lnTo>
                  <a:lnTo>
                    <a:pt x="115919" y="37728"/>
                  </a:lnTo>
                  <a:lnTo>
                    <a:pt x="115472" y="38230"/>
                  </a:lnTo>
                  <a:lnTo>
                    <a:pt x="115026" y="38621"/>
                  </a:lnTo>
                  <a:lnTo>
                    <a:pt x="114412" y="38956"/>
                  </a:lnTo>
                  <a:lnTo>
                    <a:pt x="113798" y="39123"/>
                  </a:lnTo>
                  <a:lnTo>
                    <a:pt x="113463" y="39179"/>
                  </a:lnTo>
                  <a:lnTo>
                    <a:pt x="112793" y="39179"/>
                  </a:lnTo>
                  <a:lnTo>
                    <a:pt x="112458" y="39123"/>
                  </a:lnTo>
                  <a:lnTo>
                    <a:pt x="111844" y="38956"/>
                  </a:lnTo>
                  <a:lnTo>
                    <a:pt x="111286" y="38621"/>
                  </a:lnTo>
                  <a:lnTo>
                    <a:pt x="110784" y="38230"/>
                  </a:lnTo>
                  <a:lnTo>
                    <a:pt x="110393" y="37728"/>
                  </a:lnTo>
                  <a:lnTo>
                    <a:pt x="110114" y="37170"/>
                  </a:lnTo>
                  <a:lnTo>
                    <a:pt x="109891" y="36556"/>
                  </a:lnTo>
                  <a:lnTo>
                    <a:pt x="109835" y="36221"/>
                  </a:lnTo>
                  <a:lnTo>
                    <a:pt x="109835" y="35886"/>
                  </a:lnTo>
                  <a:lnTo>
                    <a:pt x="109835" y="35551"/>
                  </a:lnTo>
                  <a:lnTo>
                    <a:pt x="109891" y="35216"/>
                  </a:lnTo>
                  <a:lnTo>
                    <a:pt x="110114" y="34602"/>
                  </a:lnTo>
                  <a:lnTo>
                    <a:pt x="110393" y="34044"/>
                  </a:lnTo>
                  <a:lnTo>
                    <a:pt x="110784" y="33542"/>
                  </a:lnTo>
                  <a:lnTo>
                    <a:pt x="111286" y="33151"/>
                  </a:lnTo>
                  <a:lnTo>
                    <a:pt x="111844" y="32817"/>
                  </a:lnTo>
                  <a:lnTo>
                    <a:pt x="112458" y="32649"/>
                  </a:lnTo>
                  <a:lnTo>
                    <a:pt x="112793" y="32593"/>
                  </a:lnTo>
                  <a:close/>
                  <a:moveTo>
                    <a:pt x="120328" y="48611"/>
                  </a:moveTo>
                  <a:lnTo>
                    <a:pt x="120886" y="48722"/>
                  </a:lnTo>
                  <a:lnTo>
                    <a:pt x="121444" y="48834"/>
                  </a:lnTo>
                  <a:lnTo>
                    <a:pt x="121946" y="49057"/>
                  </a:lnTo>
                  <a:lnTo>
                    <a:pt x="122393" y="49281"/>
                  </a:lnTo>
                  <a:lnTo>
                    <a:pt x="122895" y="49560"/>
                  </a:lnTo>
                  <a:lnTo>
                    <a:pt x="123286" y="49895"/>
                  </a:lnTo>
                  <a:lnTo>
                    <a:pt x="123676" y="50229"/>
                  </a:lnTo>
                  <a:lnTo>
                    <a:pt x="124067" y="50620"/>
                  </a:lnTo>
                  <a:lnTo>
                    <a:pt x="124346" y="51067"/>
                  </a:lnTo>
                  <a:lnTo>
                    <a:pt x="124625" y="51513"/>
                  </a:lnTo>
                  <a:lnTo>
                    <a:pt x="124904" y="52015"/>
                  </a:lnTo>
                  <a:lnTo>
                    <a:pt x="125071" y="52518"/>
                  </a:lnTo>
                  <a:lnTo>
                    <a:pt x="125183" y="53020"/>
                  </a:lnTo>
                  <a:lnTo>
                    <a:pt x="125295" y="53578"/>
                  </a:lnTo>
                  <a:lnTo>
                    <a:pt x="125295" y="54136"/>
                  </a:lnTo>
                  <a:lnTo>
                    <a:pt x="125295" y="54750"/>
                  </a:lnTo>
                  <a:lnTo>
                    <a:pt x="125183" y="55252"/>
                  </a:lnTo>
                  <a:lnTo>
                    <a:pt x="125071" y="55810"/>
                  </a:lnTo>
                  <a:lnTo>
                    <a:pt x="124904" y="56313"/>
                  </a:lnTo>
                  <a:lnTo>
                    <a:pt x="124625" y="56815"/>
                  </a:lnTo>
                  <a:lnTo>
                    <a:pt x="124346" y="57261"/>
                  </a:lnTo>
                  <a:lnTo>
                    <a:pt x="124067" y="57708"/>
                  </a:lnTo>
                  <a:lnTo>
                    <a:pt x="123676" y="58099"/>
                  </a:lnTo>
                  <a:lnTo>
                    <a:pt x="123286" y="58434"/>
                  </a:lnTo>
                  <a:lnTo>
                    <a:pt x="122895" y="58768"/>
                  </a:lnTo>
                  <a:lnTo>
                    <a:pt x="122393" y="59047"/>
                  </a:lnTo>
                  <a:lnTo>
                    <a:pt x="121946" y="59271"/>
                  </a:lnTo>
                  <a:lnTo>
                    <a:pt x="121444" y="59438"/>
                  </a:lnTo>
                  <a:lnTo>
                    <a:pt x="120886" y="59606"/>
                  </a:lnTo>
                  <a:lnTo>
                    <a:pt x="120328" y="59661"/>
                  </a:lnTo>
                  <a:lnTo>
                    <a:pt x="119769" y="59717"/>
                  </a:lnTo>
                  <a:lnTo>
                    <a:pt x="119211" y="59661"/>
                  </a:lnTo>
                  <a:lnTo>
                    <a:pt x="118653" y="59606"/>
                  </a:lnTo>
                  <a:lnTo>
                    <a:pt x="118095" y="59438"/>
                  </a:lnTo>
                  <a:lnTo>
                    <a:pt x="117593" y="59271"/>
                  </a:lnTo>
                  <a:lnTo>
                    <a:pt x="117146" y="59047"/>
                  </a:lnTo>
                  <a:lnTo>
                    <a:pt x="116644" y="58768"/>
                  </a:lnTo>
                  <a:lnTo>
                    <a:pt x="116253" y="58434"/>
                  </a:lnTo>
                  <a:lnTo>
                    <a:pt x="115863" y="58099"/>
                  </a:lnTo>
                  <a:lnTo>
                    <a:pt x="115472" y="57708"/>
                  </a:lnTo>
                  <a:lnTo>
                    <a:pt x="115193" y="57261"/>
                  </a:lnTo>
                  <a:lnTo>
                    <a:pt x="114914" y="56815"/>
                  </a:lnTo>
                  <a:lnTo>
                    <a:pt x="114635" y="56313"/>
                  </a:lnTo>
                  <a:lnTo>
                    <a:pt x="114467" y="55810"/>
                  </a:lnTo>
                  <a:lnTo>
                    <a:pt x="114356" y="55252"/>
                  </a:lnTo>
                  <a:lnTo>
                    <a:pt x="114244" y="54750"/>
                  </a:lnTo>
                  <a:lnTo>
                    <a:pt x="114244" y="54136"/>
                  </a:lnTo>
                  <a:lnTo>
                    <a:pt x="114244" y="53578"/>
                  </a:lnTo>
                  <a:lnTo>
                    <a:pt x="114356" y="53020"/>
                  </a:lnTo>
                  <a:lnTo>
                    <a:pt x="114467" y="52518"/>
                  </a:lnTo>
                  <a:lnTo>
                    <a:pt x="114635" y="52015"/>
                  </a:lnTo>
                  <a:lnTo>
                    <a:pt x="114914" y="51513"/>
                  </a:lnTo>
                  <a:lnTo>
                    <a:pt x="115193" y="51067"/>
                  </a:lnTo>
                  <a:lnTo>
                    <a:pt x="115472" y="50620"/>
                  </a:lnTo>
                  <a:lnTo>
                    <a:pt x="115863" y="50229"/>
                  </a:lnTo>
                  <a:lnTo>
                    <a:pt x="116253" y="49895"/>
                  </a:lnTo>
                  <a:lnTo>
                    <a:pt x="116644" y="49560"/>
                  </a:lnTo>
                  <a:lnTo>
                    <a:pt x="117146" y="49281"/>
                  </a:lnTo>
                  <a:lnTo>
                    <a:pt x="117593" y="49057"/>
                  </a:lnTo>
                  <a:lnTo>
                    <a:pt x="118095" y="48834"/>
                  </a:lnTo>
                  <a:lnTo>
                    <a:pt x="118653" y="48722"/>
                  </a:lnTo>
                  <a:lnTo>
                    <a:pt x="119211" y="48611"/>
                  </a:lnTo>
                  <a:close/>
                  <a:moveTo>
                    <a:pt x="267109" y="134782"/>
                  </a:moveTo>
                  <a:lnTo>
                    <a:pt x="267667" y="134838"/>
                  </a:lnTo>
                  <a:lnTo>
                    <a:pt x="268226" y="134894"/>
                  </a:lnTo>
                  <a:lnTo>
                    <a:pt x="268728" y="135061"/>
                  </a:lnTo>
                  <a:lnTo>
                    <a:pt x="269286" y="135229"/>
                  </a:lnTo>
                  <a:lnTo>
                    <a:pt x="269732" y="135452"/>
                  </a:lnTo>
                  <a:lnTo>
                    <a:pt x="270235" y="135731"/>
                  </a:lnTo>
                  <a:lnTo>
                    <a:pt x="270625" y="136066"/>
                  </a:lnTo>
                  <a:lnTo>
                    <a:pt x="271016" y="136401"/>
                  </a:lnTo>
                  <a:lnTo>
                    <a:pt x="271407" y="136791"/>
                  </a:lnTo>
                  <a:lnTo>
                    <a:pt x="271686" y="137238"/>
                  </a:lnTo>
                  <a:lnTo>
                    <a:pt x="271965" y="137684"/>
                  </a:lnTo>
                  <a:lnTo>
                    <a:pt x="272244" y="138187"/>
                  </a:lnTo>
                  <a:lnTo>
                    <a:pt x="272411" y="138689"/>
                  </a:lnTo>
                  <a:lnTo>
                    <a:pt x="272523" y="139191"/>
                  </a:lnTo>
                  <a:lnTo>
                    <a:pt x="272635" y="139749"/>
                  </a:lnTo>
                  <a:lnTo>
                    <a:pt x="272635" y="140363"/>
                  </a:lnTo>
                  <a:lnTo>
                    <a:pt x="272635" y="140921"/>
                  </a:lnTo>
                  <a:lnTo>
                    <a:pt x="272523" y="141479"/>
                  </a:lnTo>
                  <a:lnTo>
                    <a:pt x="272411" y="141982"/>
                  </a:lnTo>
                  <a:lnTo>
                    <a:pt x="272244" y="142484"/>
                  </a:lnTo>
                  <a:lnTo>
                    <a:pt x="271965" y="142986"/>
                  </a:lnTo>
                  <a:lnTo>
                    <a:pt x="271686" y="143433"/>
                  </a:lnTo>
                  <a:lnTo>
                    <a:pt x="271407" y="143879"/>
                  </a:lnTo>
                  <a:lnTo>
                    <a:pt x="271016" y="144270"/>
                  </a:lnTo>
                  <a:lnTo>
                    <a:pt x="270625" y="144605"/>
                  </a:lnTo>
                  <a:lnTo>
                    <a:pt x="270235" y="144940"/>
                  </a:lnTo>
                  <a:lnTo>
                    <a:pt x="269732" y="145219"/>
                  </a:lnTo>
                  <a:lnTo>
                    <a:pt x="269286" y="145442"/>
                  </a:lnTo>
                  <a:lnTo>
                    <a:pt x="268728" y="145665"/>
                  </a:lnTo>
                  <a:lnTo>
                    <a:pt x="268226" y="145777"/>
                  </a:lnTo>
                  <a:lnTo>
                    <a:pt x="267667" y="145833"/>
                  </a:lnTo>
                  <a:lnTo>
                    <a:pt x="267109" y="145888"/>
                  </a:lnTo>
                  <a:lnTo>
                    <a:pt x="266551" y="145833"/>
                  </a:lnTo>
                  <a:lnTo>
                    <a:pt x="265993" y="145777"/>
                  </a:lnTo>
                  <a:lnTo>
                    <a:pt x="265435" y="145665"/>
                  </a:lnTo>
                  <a:lnTo>
                    <a:pt x="264933" y="145442"/>
                  </a:lnTo>
                  <a:lnTo>
                    <a:pt x="264430" y="145219"/>
                  </a:lnTo>
                  <a:lnTo>
                    <a:pt x="263984" y="144940"/>
                  </a:lnTo>
                  <a:lnTo>
                    <a:pt x="263593" y="144605"/>
                  </a:lnTo>
                  <a:lnTo>
                    <a:pt x="263203" y="144270"/>
                  </a:lnTo>
                  <a:lnTo>
                    <a:pt x="262812" y="143879"/>
                  </a:lnTo>
                  <a:lnTo>
                    <a:pt x="262477" y="143433"/>
                  </a:lnTo>
                  <a:lnTo>
                    <a:pt x="262198" y="142986"/>
                  </a:lnTo>
                  <a:lnTo>
                    <a:pt x="261975" y="142484"/>
                  </a:lnTo>
                  <a:lnTo>
                    <a:pt x="261807" y="141982"/>
                  </a:lnTo>
                  <a:lnTo>
                    <a:pt x="261640" y="141479"/>
                  </a:lnTo>
                  <a:lnTo>
                    <a:pt x="261584" y="140921"/>
                  </a:lnTo>
                  <a:lnTo>
                    <a:pt x="261528" y="140363"/>
                  </a:lnTo>
                  <a:lnTo>
                    <a:pt x="261584" y="139749"/>
                  </a:lnTo>
                  <a:lnTo>
                    <a:pt x="261640" y="139191"/>
                  </a:lnTo>
                  <a:lnTo>
                    <a:pt x="261807" y="138689"/>
                  </a:lnTo>
                  <a:lnTo>
                    <a:pt x="261975" y="138187"/>
                  </a:lnTo>
                  <a:lnTo>
                    <a:pt x="262198" y="137684"/>
                  </a:lnTo>
                  <a:lnTo>
                    <a:pt x="262477" y="137238"/>
                  </a:lnTo>
                  <a:lnTo>
                    <a:pt x="262812" y="136791"/>
                  </a:lnTo>
                  <a:lnTo>
                    <a:pt x="263203" y="136401"/>
                  </a:lnTo>
                  <a:lnTo>
                    <a:pt x="263593" y="136066"/>
                  </a:lnTo>
                  <a:lnTo>
                    <a:pt x="263984" y="135731"/>
                  </a:lnTo>
                  <a:lnTo>
                    <a:pt x="264430" y="135452"/>
                  </a:lnTo>
                  <a:lnTo>
                    <a:pt x="264933" y="135229"/>
                  </a:lnTo>
                  <a:lnTo>
                    <a:pt x="265435" y="135061"/>
                  </a:lnTo>
                  <a:lnTo>
                    <a:pt x="265993" y="134894"/>
                  </a:lnTo>
                  <a:lnTo>
                    <a:pt x="266551" y="134838"/>
                  </a:lnTo>
                  <a:lnTo>
                    <a:pt x="267109" y="134782"/>
                  </a:lnTo>
                  <a:close/>
                  <a:moveTo>
                    <a:pt x="165199" y="11385"/>
                  </a:moveTo>
                  <a:lnTo>
                    <a:pt x="166594" y="11441"/>
                  </a:lnTo>
                  <a:lnTo>
                    <a:pt x="167934" y="11497"/>
                  </a:lnTo>
                  <a:lnTo>
                    <a:pt x="169273" y="11664"/>
                  </a:lnTo>
                  <a:lnTo>
                    <a:pt x="170613" y="11888"/>
                  </a:lnTo>
                  <a:lnTo>
                    <a:pt x="171952" y="12167"/>
                  </a:lnTo>
                  <a:lnTo>
                    <a:pt x="173292" y="12446"/>
                  </a:lnTo>
                  <a:lnTo>
                    <a:pt x="174631" y="12781"/>
                  </a:lnTo>
                  <a:lnTo>
                    <a:pt x="175971" y="13171"/>
                  </a:lnTo>
                  <a:lnTo>
                    <a:pt x="177254" y="13618"/>
                  </a:lnTo>
                  <a:lnTo>
                    <a:pt x="179877" y="14567"/>
                  </a:lnTo>
                  <a:lnTo>
                    <a:pt x="182445" y="15627"/>
                  </a:lnTo>
                  <a:lnTo>
                    <a:pt x="185012" y="16743"/>
                  </a:lnTo>
                  <a:lnTo>
                    <a:pt x="186630" y="17469"/>
                  </a:lnTo>
                  <a:lnTo>
                    <a:pt x="188249" y="18306"/>
                  </a:lnTo>
                  <a:lnTo>
                    <a:pt x="189867" y="19143"/>
                  </a:lnTo>
                  <a:lnTo>
                    <a:pt x="191430" y="20036"/>
                  </a:lnTo>
                  <a:lnTo>
                    <a:pt x="194556" y="21822"/>
                  </a:lnTo>
                  <a:lnTo>
                    <a:pt x="197569" y="23719"/>
                  </a:lnTo>
                  <a:lnTo>
                    <a:pt x="203653" y="27570"/>
                  </a:lnTo>
                  <a:lnTo>
                    <a:pt x="206722" y="29468"/>
                  </a:lnTo>
                  <a:lnTo>
                    <a:pt x="209848" y="31254"/>
                  </a:lnTo>
                  <a:lnTo>
                    <a:pt x="211522" y="32147"/>
                  </a:lnTo>
                  <a:lnTo>
                    <a:pt x="213252" y="32872"/>
                  </a:lnTo>
                  <a:lnTo>
                    <a:pt x="215038" y="33598"/>
                  </a:lnTo>
                  <a:lnTo>
                    <a:pt x="216824" y="34156"/>
                  </a:lnTo>
                  <a:lnTo>
                    <a:pt x="218666" y="34658"/>
                  </a:lnTo>
                  <a:lnTo>
                    <a:pt x="220563" y="35105"/>
                  </a:lnTo>
                  <a:lnTo>
                    <a:pt x="222405" y="35551"/>
                  </a:lnTo>
                  <a:lnTo>
                    <a:pt x="224303" y="35886"/>
                  </a:lnTo>
                  <a:lnTo>
                    <a:pt x="228098" y="36500"/>
                  </a:lnTo>
                  <a:lnTo>
                    <a:pt x="231949" y="37002"/>
                  </a:lnTo>
                  <a:lnTo>
                    <a:pt x="235688" y="37560"/>
                  </a:lnTo>
                  <a:lnTo>
                    <a:pt x="237530" y="37895"/>
                  </a:lnTo>
                  <a:lnTo>
                    <a:pt x="239316" y="38230"/>
                  </a:lnTo>
                  <a:lnTo>
                    <a:pt x="241269" y="38621"/>
                  </a:lnTo>
                  <a:lnTo>
                    <a:pt x="243278" y="39067"/>
                  </a:lnTo>
                  <a:lnTo>
                    <a:pt x="245232" y="39570"/>
                  </a:lnTo>
                  <a:lnTo>
                    <a:pt x="247185" y="40072"/>
                  </a:lnTo>
                  <a:lnTo>
                    <a:pt x="249138" y="40686"/>
                  </a:lnTo>
                  <a:lnTo>
                    <a:pt x="251092" y="41300"/>
                  </a:lnTo>
                  <a:lnTo>
                    <a:pt x="252989" y="41969"/>
                  </a:lnTo>
                  <a:lnTo>
                    <a:pt x="254887" y="42751"/>
                  </a:lnTo>
                  <a:lnTo>
                    <a:pt x="256729" y="43588"/>
                  </a:lnTo>
                  <a:lnTo>
                    <a:pt x="258570" y="44481"/>
                  </a:lnTo>
                  <a:lnTo>
                    <a:pt x="260356" y="45430"/>
                  </a:lnTo>
                  <a:lnTo>
                    <a:pt x="262086" y="46490"/>
                  </a:lnTo>
                  <a:lnTo>
                    <a:pt x="263761" y="47606"/>
                  </a:lnTo>
                  <a:lnTo>
                    <a:pt x="265435" y="48890"/>
                  </a:lnTo>
                  <a:lnTo>
                    <a:pt x="266998" y="50174"/>
                  </a:lnTo>
                  <a:lnTo>
                    <a:pt x="268560" y="51625"/>
                  </a:lnTo>
                  <a:lnTo>
                    <a:pt x="269453" y="52518"/>
                  </a:lnTo>
                  <a:lnTo>
                    <a:pt x="270290" y="53466"/>
                  </a:lnTo>
                  <a:lnTo>
                    <a:pt x="271128" y="54471"/>
                  </a:lnTo>
                  <a:lnTo>
                    <a:pt x="271909" y="55476"/>
                  </a:lnTo>
                  <a:lnTo>
                    <a:pt x="272690" y="56536"/>
                  </a:lnTo>
                  <a:lnTo>
                    <a:pt x="273416" y="57596"/>
                  </a:lnTo>
                  <a:lnTo>
                    <a:pt x="274086" y="58657"/>
                  </a:lnTo>
                  <a:lnTo>
                    <a:pt x="274755" y="59829"/>
                  </a:lnTo>
                  <a:lnTo>
                    <a:pt x="275369" y="60945"/>
                  </a:lnTo>
                  <a:lnTo>
                    <a:pt x="275983" y="62117"/>
                  </a:lnTo>
                  <a:lnTo>
                    <a:pt x="276541" y="63345"/>
                  </a:lnTo>
                  <a:lnTo>
                    <a:pt x="277044" y="64517"/>
                  </a:lnTo>
                  <a:lnTo>
                    <a:pt x="277546" y="65800"/>
                  </a:lnTo>
                  <a:lnTo>
                    <a:pt x="277992" y="67028"/>
                  </a:lnTo>
                  <a:lnTo>
                    <a:pt x="278383" y="68312"/>
                  </a:lnTo>
                  <a:lnTo>
                    <a:pt x="278774" y="69596"/>
                  </a:lnTo>
                  <a:lnTo>
                    <a:pt x="279109" y="70879"/>
                  </a:lnTo>
                  <a:lnTo>
                    <a:pt x="279388" y="72163"/>
                  </a:lnTo>
                  <a:lnTo>
                    <a:pt x="279667" y="73502"/>
                  </a:lnTo>
                  <a:lnTo>
                    <a:pt x="279890" y="74786"/>
                  </a:lnTo>
                  <a:lnTo>
                    <a:pt x="280057" y="76125"/>
                  </a:lnTo>
                  <a:lnTo>
                    <a:pt x="280225" y="77465"/>
                  </a:lnTo>
                  <a:lnTo>
                    <a:pt x="280281" y="78804"/>
                  </a:lnTo>
                  <a:lnTo>
                    <a:pt x="280392" y="80144"/>
                  </a:lnTo>
                  <a:lnTo>
                    <a:pt x="280392" y="81539"/>
                  </a:lnTo>
                  <a:lnTo>
                    <a:pt x="280392" y="82878"/>
                  </a:lnTo>
                  <a:lnTo>
                    <a:pt x="280336" y="84218"/>
                  </a:lnTo>
                  <a:lnTo>
                    <a:pt x="280225" y="85557"/>
                  </a:lnTo>
                  <a:lnTo>
                    <a:pt x="280057" y="86897"/>
                  </a:lnTo>
                  <a:lnTo>
                    <a:pt x="279890" y="88180"/>
                  </a:lnTo>
                  <a:lnTo>
                    <a:pt x="279667" y="89520"/>
                  </a:lnTo>
                  <a:lnTo>
                    <a:pt x="279388" y="90859"/>
                  </a:lnTo>
                  <a:lnTo>
                    <a:pt x="279053" y="92199"/>
                  </a:lnTo>
                  <a:lnTo>
                    <a:pt x="278662" y="93538"/>
                  </a:lnTo>
                  <a:lnTo>
                    <a:pt x="278271" y="94878"/>
                  </a:lnTo>
                  <a:lnTo>
                    <a:pt x="277825" y="96217"/>
                  </a:lnTo>
                  <a:lnTo>
                    <a:pt x="277323" y="97501"/>
                  </a:lnTo>
                  <a:lnTo>
                    <a:pt x="276820" y="98784"/>
                  </a:lnTo>
                  <a:lnTo>
                    <a:pt x="275704" y="101296"/>
                  </a:lnTo>
                  <a:lnTo>
                    <a:pt x="274532" y="103807"/>
                  </a:lnTo>
                  <a:lnTo>
                    <a:pt x="273248" y="106263"/>
                  </a:lnTo>
                  <a:lnTo>
                    <a:pt x="271909" y="108663"/>
                  </a:lnTo>
                  <a:lnTo>
                    <a:pt x="270514" y="111007"/>
                  </a:lnTo>
                  <a:lnTo>
                    <a:pt x="268393" y="114467"/>
                  </a:lnTo>
                  <a:lnTo>
                    <a:pt x="266216" y="117872"/>
                  </a:lnTo>
                  <a:lnTo>
                    <a:pt x="263984" y="121220"/>
                  </a:lnTo>
                  <a:lnTo>
                    <a:pt x="261696" y="124569"/>
                  </a:lnTo>
                  <a:lnTo>
                    <a:pt x="259352" y="127806"/>
                  </a:lnTo>
                  <a:lnTo>
                    <a:pt x="256952" y="131043"/>
                  </a:lnTo>
                  <a:lnTo>
                    <a:pt x="254496" y="134168"/>
                  </a:lnTo>
                  <a:lnTo>
                    <a:pt x="251929" y="137238"/>
                  </a:lnTo>
                  <a:lnTo>
                    <a:pt x="250366" y="139135"/>
                  </a:lnTo>
                  <a:lnTo>
                    <a:pt x="248748" y="140921"/>
                  </a:lnTo>
                  <a:lnTo>
                    <a:pt x="247073" y="142707"/>
                  </a:lnTo>
                  <a:lnTo>
                    <a:pt x="246180" y="143544"/>
                  </a:lnTo>
                  <a:lnTo>
                    <a:pt x="245287" y="144326"/>
                  </a:lnTo>
                  <a:lnTo>
                    <a:pt x="244394" y="145107"/>
                  </a:lnTo>
                  <a:lnTo>
                    <a:pt x="243446" y="145833"/>
                  </a:lnTo>
                  <a:lnTo>
                    <a:pt x="242497" y="146558"/>
                  </a:lnTo>
                  <a:lnTo>
                    <a:pt x="241548" y="147172"/>
                  </a:lnTo>
                  <a:lnTo>
                    <a:pt x="240543" y="147786"/>
                  </a:lnTo>
                  <a:lnTo>
                    <a:pt x="239539" y="148288"/>
                  </a:lnTo>
                  <a:lnTo>
                    <a:pt x="238478" y="148791"/>
                  </a:lnTo>
                  <a:lnTo>
                    <a:pt x="237418" y="149181"/>
                  </a:lnTo>
                  <a:lnTo>
                    <a:pt x="236246" y="149572"/>
                  </a:lnTo>
                  <a:lnTo>
                    <a:pt x="235074" y="149851"/>
                  </a:lnTo>
                  <a:lnTo>
                    <a:pt x="233846" y="150018"/>
                  </a:lnTo>
                  <a:lnTo>
                    <a:pt x="232674" y="150186"/>
                  </a:lnTo>
                  <a:lnTo>
                    <a:pt x="231446" y="150242"/>
                  </a:lnTo>
                  <a:lnTo>
                    <a:pt x="230274" y="150242"/>
                  </a:lnTo>
                  <a:lnTo>
                    <a:pt x="229046" y="150186"/>
                  </a:lnTo>
                  <a:lnTo>
                    <a:pt x="227819" y="150018"/>
                  </a:lnTo>
                  <a:lnTo>
                    <a:pt x="226647" y="149851"/>
                  </a:lnTo>
                  <a:lnTo>
                    <a:pt x="225419" y="149628"/>
                  </a:lnTo>
                  <a:lnTo>
                    <a:pt x="224247" y="149349"/>
                  </a:lnTo>
                  <a:lnTo>
                    <a:pt x="223019" y="149014"/>
                  </a:lnTo>
                  <a:lnTo>
                    <a:pt x="221847" y="148623"/>
                  </a:lnTo>
                  <a:lnTo>
                    <a:pt x="220675" y="148232"/>
                  </a:lnTo>
                  <a:lnTo>
                    <a:pt x="219503" y="147786"/>
                  </a:lnTo>
                  <a:lnTo>
                    <a:pt x="218387" y="147340"/>
                  </a:lnTo>
                  <a:lnTo>
                    <a:pt x="216154" y="146279"/>
                  </a:lnTo>
                  <a:lnTo>
                    <a:pt x="213922" y="145219"/>
                  </a:lnTo>
                  <a:lnTo>
                    <a:pt x="211689" y="144047"/>
                  </a:lnTo>
                  <a:lnTo>
                    <a:pt x="209513" y="142875"/>
                  </a:lnTo>
                  <a:lnTo>
                    <a:pt x="207280" y="141703"/>
                  </a:lnTo>
                  <a:lnTo>
                    <a:pt x="205104" y="140586"/>
                  </a:lnTo>
                  <a:lnTo>
                    <a:pt x="202871" y="139526"/>
                  </a:lnTo>
                  <a:lnTo>
                    <a:pt x="200639" y="138521"/>
                  </a:lnTo>
                  <a:lnTo>
                    <a:pt x="198574" y="137684"/>
                  </a:lnTo>
                  <a:lnTo>
                    <a:pt x="196565" y="137015"/>
                  </a:lnTo>
                  <a:lnTo>
                    <a:pt x="194500" y="136345"/>
                  </a:lnTo>
                  <a:lnTo>
                    <a:pt x="192435" y="135843"/>
                  </a:lnTo>
                  <a:lnTo>
                    <a:pt x="190314" y="135396"/>
                  </a:lnTo>
                  <a:lnTo>
                    <a:pt x="188249" y="135005"/>
                  </a:lnTo>
                  <a:lnTo>
                    <a:pt x="186128" y="134726"/>
                  </a:lnTo>
                  <a:lnTo>
                    <a:pt x="184007" y="134559"/>
                  </a:lnTo>
                  <a:lnTo>
                    <a:pt x="182333" y="134447"/>
                  </a:lnTo>
                  <a:lnTo>
                    <a:pt x="180715" y="134447"/>
                  </a:lnTo>
                  <a:lnTo>
                    <a:pt x="179040" y="134559"/>
                  </a:lnTo>
                  <a:lnTo>
                    <a:pt x="177422" y="134726"/>
                  </a:lnTo>
                  <a:lnTo>
                    <a:pt x="175859" y="135005"/>
                  </a:lnTo>
                  <a:lnTo>
                    <a:pt x="175022" y="135229"/>
                  </a:lnTo>
                  <a:lnTo>
                    <a:pt x="174241" y="135452"/>
                  </a:lnTo>
                  <a:lnTo>
                    <a:pt x="173515" y="135731"/>
                  </a:lnTo>
                  <a:lnTo>
                    <a:pt x="172734" y="136066"/>
                  </a:lnTo>
                  <a:lnTo>
                    <a:pt x="172008" y="136401"/>
                  </a:lnTo>
                  <a:lnTo>
                    <a:pt x="171227" y="136791"/>
                  </a:lnTo>
                  <a:lnTo>
                    <a:pt x="170501" y="137238"/>
                  </a:lnTo>
                  <a:lnTo>
                    <a:pt x="169720" y="137796"/>
                  </a:lnTo>
                  <a:lnTo>
                    <a:pt x="168994" y="138354"/>
                  </a:lnTo>
                  <a:lnTo>
                    <a:pt x="168325" y="138912"/>
                  </a:lnTo>
                  <a:lnTo>
                    <a:pt x="166929" y="140140"/>
                  </a:lnTo>
                  <a:lnTo>
                    <a:pt x="165590" y="141424"/>
                  </a:lnTo>
                  <a:lnTo>
                    <a:pt x="164195" y="142651"/>
                  </a:lnTo>
                  <a:lnTo>
                    <a:pt x="162855" y="143879"/>
                  </a:lnTo>
                  <a:lnTo>
                    <a:pt x="162130" y="144493"/>
                  </a:lnTo>
                  <a:lnTo>
                    <a:pt x="161404" y="145051"/>
                  </a:lnTo>
                  <a:lnTo>
                    <a:pt x="160679" y="145554"/>
                  </a:lnTo>
                  <a:lnTo>
                    <a:pt x="159897" y="146056"/>
                  </a:lnTo>
                  <a:lnTo>
                    <a:pt x="159172" y="146447"/>
                  </a:lnTo>
                  <a:lnTo>
                    <a:pt x="158390" y="146781"/>
                  </a:lnTo>
                  <a:lnTo>
                    <a:pt x="157609" y="147116"/>
                  </a:lnTo>
                  <a:lnTo>
                    <a:pt x="156828" y="147395"/>
                  </a:lnTo>
                  <a:lnTo>
                    <a:pt x="156046" y="147674"/>
                  </a:lnTo>
                  <a:lnTo>
                    <a:pt x="155209" y="147842"/>
                  </a:lnTo>
                  <a:lnTo>
                    <a:pt x="154428" y="148009"/>
                  </a:lnTo>
                  <a:lnTo>
                    <a:pt x="153591" y="148177"/>
                  </a:lnTo>
                  <a:lnTo>
                    <a:pt x="151916" y="148344"/>
                  </a:lnTo>
                  <a:lnTo>
                    <a:pt x="150242" y="148456"/>
                  </a:lnTo>
                  <a:lnTo>
                    <a:pt x="148568" y="148400"/>
                  </a:lnTo>
                  <a:lnTo>
                    <a:pt x="146893" y="148288"/>
                  </a:lnTo>
                  <a:lnTo>
                    <a:pt x="145331" y="148121"/>
                  </a:lnTo>
                  <a:lnTo>
                    <a:pt x="143824" y="147898"/>
                  </a:lnTo>
                  <a:lnTo>
                    <a:pt x="142261" y="147619"/>
                  </a:lnTo>
                  <a:lnTo>
                    <a:pt x="140698" y="147284"/>
                  </a:lnTo>
                  <a:lnTo>
                    <a:pt x="139192" y="146893"/>
                  </a:lnTo>
                  <a:lnTo>
                    <a:pt x="137685" y="146391"/>
                  </a:lnTo>
                  <a:lnTo>
                    <a:pt x="136178" y="145888"/>
                  </a:lnTo>
                  <a:lnTo>
                    <a:pt x="134727" y="145275"/>
                  </a:lnTo>
                  <a:lnTo>
                    <a:pt x="133276" y="144605"/>
                  </a:lnTo>
                  <a:lnTo>
                    <a:pt x="131825" y="143879"/>
                  </a:lnTo>
                  <a:lnTo>
                    <a:pt x="130485" y="143098"/>
                  </a:lnTo>
                  <a:lnTo>
                    <a:pt x="129090" y="142261"/>
                  </a:lnTo>
                  <a:lnTo>
                    <a:pt x="127806" y="141312"/>
                  </a:lnTo>
                  <a:lnTo>
                    <a:pt x="126523" y="140307"/>
                  </a:lnTo>
                  <a:lnTo>
                    <a:pt x="125295" y="139247"/>
                  </a:lnTo>
                  <a:lnTo>
                    <a:pt x="124067" y="138131"/>
                  </a:lnTo>
                  <a:lnTo>
                    <a:pt x="122951" y="136959"/>
                  </a:lnTo>
                  <a:lnTo>
                    <a:pt x="121834" y="135675"/>
                  </a:lnTo>
                  <a:lnTo>
                    <a:pt x="120830" y="134336"/>
                  </a:lnTo>
                  <a:lnTo>
                    <a:pt x="119881" y="132996"/>
                  </a:lnTo>
                  <a:lnTo>
                    <a:pt x="118988" y="131545"/>
                  </a:lnTo>
                  <a:lnTo>
                    <a:pt x="118151" y="130038"/>
                  </a:lnTo>
                  <a:lnTo>
                    <a:pt x="117370" y="128476"/>
                  </a:lnTo>
                  <a:lnTo>
                    <a:pt x="116700" y="126913"/>
                  </a:lnTo>
                  <a:lnTo>
                    <a:pt x="116086" y="125294"/>
                  </a:lnTo>
                  <a:lnTo>
                    <a:pt x="115584" y="123676"/>
                  </a:lnTo>
                  <a:lnTo>
                    <a:pt x="115137" y="122002"/>
                  </a:lnTo>
                  <a:lnTo>
                    <a:pt x="114802" y="120327"/>
                  </a:lnTo>
                  <a:lnTo>
                    <a:pt x="114579" y="118597"/>
                  </a:lnTo>
                  <a:lnTo>
                    <a:pt x="114412" y="116867"/>
                  </a:lnTo>
                  <a:lnTo>
                    <a:pt x="114356" y="115137"/>
                  </a:lnTo>
                  <a:lnTo>
                    <a:pt x="114412" y="113351"/>
                  </a:lnTo>
                  <a:lnTo>
                    <a:pt x="114523" y="112123"/>
                  </a:lnTo>
                  <a:lnTo>
                    <a:pt x="114691" y="110895"/>
                  </a:lnTo>
                  <a:lnTo>
                    <a:pt x="114858" y="109667"/>
                  </a:lnTo>
                  <a:lnTo>
                    <a:pt x="115137" y="108440"/>
                  </a:lnTo>
                  <a:lnTo>
                    <a:pt x="115416" y="107212"/>
                  </a:lnTo>
                  <a:lnTo>
                    <a:pt x="115695" y="106040"/>
                  </a:lnTo>
                  <a:lnTo>
                    <a:pt x="116421" y="103640"/>
                  </a:lnTo>
                  <a:lnTo>
                    <a:pt x="117202" y="101240"/>
                  </a:lnTo>
                  <a:lnTo>
                    <a:pt x="118095" y="98952"/>
                  </a:lnTo>
                  <a:lnTo>
                    <a:pt x="119937" y="94320"/>
                  </a:lnTo>
                  <a:lnTo>
                    <a:pt x="121667" y="90022"/>
                  </a:lnTo>
                  <a:lnTo>
                    <a:pt x="123341" y="85725"/>
                  </a:lnTo>
                  <a:lnTo>
                    <a:pt x="124960" y="81372"/>
                  </a:lnTo>
                  <a:lnTo>
                    <a:pt x="126467" y="77018"/>
                  </a:lnTo>
                  <a:lnTo>
                    <a:pt x="127862" y="72609"/>
                  </a:lnTo>
                  <a:lnTo>
                    <a:pt x="128532" y="70377"/>
                  </a:lnTo>
                  <a:lnTo>
                    <a:pt x="129146" y="68145"/>
                  </a:lnTo>
                  <a:lnTo>
                    <a:pt x="129704" y="65856"/>
                  </a:lnTo>
                  <a:lnTo>
                    <a:pt x="130262" y="63624"/>
                  </a:lnTo>
                  <a:lnTo>
                    <a:pt x="130764" y="61336"/>
                  </a:lnTo>
                  <a:lnTo>
                    <a:pt x="131211" y="59047"/>
                  </a:lnTo>
                  <a:lnTo>
                    <a:pt x="131825" y="55308"/>
                  </a:lnTo>
                  <a:lnTo>
                    <a:pt x="132438" y="51513"/>
                  </a:lnTo>
                  <a:lnTo>
                    <a:pt x="132997" y="47718"/>
                  </a:lnTo>
                  <a:lnTo>
                    <a:pt x="133610" y="43979"/>
                  </a:lnTo>
                  <a:lnTo>
                    <a:pt x="133945" y="42137"/>
                  </a:lnTo>
                  <a:lnTo>
                    <a:pt x="134336" y="40295"/>
                  </a:lnTo>
                  <a:lnTo>
                    <a:pt x="134782" y="38453"/>
                  </a:lnTo>
                  <a:lnTo>
                    <a:pt x="135285" y="36612"/>
                  </a:lnTo>
                  <a:lnTo>
                    <a:pt x="135787" y="34826"/>
                  </a:lnTo>
                  <a:lnTo>
                    <a:pt x="136401" y="33096"/>
                  </a:lnTo>
                  <a:lnTo>
                    <a:pt x="137071" y="31365"/>
                  </a:lnTo>
                  <a:lnTo>
                    <a:pt x="137852" y="29635"/>
                  </a:lnTo>
                  <a:lnTo>
                    <a:pt x="138299" y="28687"/>
                  </a:lnTo>
                  <a:lnTo>
                    <a:pt x="138857" y="27738"/>
                  </a:lnTo>
                  <a:lnTo>
                    <a:pt x="139415" y="26789"/>
                  </a:lnTo>
                  <a:lnTo>
                    <a:pt x="139973" y="25840"/>
                  </a:lnTo>
                  <a:lnTo>
                    <a:pt x="140587" y="24947"/>
                  </a:lnTo>
                  <a:lnTo>
                    <a:pt x="141201" y="24110"/>
                  </a:lnTo>
                  <a:lnTo>
                    <a:pt x="141870" y="23217"/>
                  </a:lnTo>
                  <a:lnTo>
                    <a:pt x="142540" y="22436"/>
                  </a:lnTo>
                  <a:lnTo>
                    <a:pt x="143210" y="21599"/>
                  </a:lnTo>
                  <a:lnTo>
                    <a:pt x="143935" y="20817"/>
                  </a:lnTo>
                  <a:lnTo>
                    <a:pt x="144717" y="20092"/>
                  </a:lnTo>
                  <a:lnTo>
                    <a:pt x="145442" y="19366"/>
                  </a:lnTo>
                  <a:lnTo>
                    <a:pt x="146224" y="18641"/>
                  </a:lnTo>
                  <a:lnTo>
                    <a:pt x="147061" y="17971"/>
                  </a:lnTo>
                  <a:lnTo>
                    <a:pt x="147898" y="17357"/>
                  </a:lnTo>
                  <a:lnTo>
                    <a:pt x="148735" y="16743"/>
                  </a:lnTo>
                  <a:lnTo>
                    <a:pt x="149572" y="16185"/>
                  </a:lnTo>
                  <a:lnTo>
                    <a:pt x="150465" y="15627"/>
                  </a:lnTo>
                  <a:lnTo>
                    <a:pt x="151358" y="15069"/>
                  </a:lnTo>
                  <a:lnTo>
                    <a:pt x="152251" y="14622"/>
                  </a:lnTo>
                  <a:lnTo>
                    <a:pt x="153144" y="14120"/>
                  </a:lnTo>
                  <a:lnTo>
                    <a:pt x="154093" y="13729"/>
                  </a:lnTo>
                  <a:lnTo>
                    <a:pt x="155042" y="13339"/>
                  </a:lnTo>
                  <a:lnTo>
                    <a:pt x="155990" y="12948"/>
                  </a:lnTo>
                  <a:lnTo>
                    <a:pt x="156939" y="12669"/>
                  </a:lnTo>
                  <a:lnTo>
                    <a:pt x="157888" y="12390"/>
                  </a:lnTo>
                  <a:lnTo>
                    <a:pt x="158893" y="12111"/>
                  </a:lnTo>
                  <a:lnTo>
                    <a:pt x="159841" y="11888"/>
                  </a:lnTo>
                  <a:lnTo>
                    <a:pt x="160846" y="11720"/>
                  </a:lnTo>
                  <a:lnTo>
                    <a:pt x="161851" y="11553"/>
                  </a:lnTo>
                  <a:lnTo>
                    <a:pt x="162855" y="11497"/>
                  </a:lnTo>
                  <a:lnTo>
                    <a:pt x="163860" y="11385"/>
                  </a:lnTo>
                  <a:close/>
                  <a:moveTo>
                    <a:pt x="184677" y="142428"/>
                  </a:moveTo>
                  <a:lnTo>
                    <a:pt x="185235" y="142484"/>
                  </a:lnTo>
                  <a:lnTo>
                    <a:pt x="185793" y="142540"/>
                  </a:lnTo>
                  <a:lnTo>
                    <a:pt x="186296" y="142707"/>
                  </a:lnTo>
                  <a:lnTo>
                    <a:pt x="186854" y="142875"/>
                  </a:lnTo>
                  <a:lnTo>
                    <a:pt x="187300" y="143098"/>
                  </a:lnTo>
                  <a:lnTo>
                    <a:pt x="187747" y="143377"/>
                  </a:lnTo>
                  <a:lnTo>
                    <a:pt x="188193" y="143712"/>
                  </a:lnTo>
                  <a:lnTo>
                    <a:pt x="188584" y="144103"/>
                  </a:lnTo>
                  <a:lnTo>
                    <a:pt x="188975" y="144493"/>
                  </a:lnTo>
                  <a:lnTo>
                    <a:pt x="189254" y="144884"/>
                  </a:lnTo>
                  <a:lnTo>
                    <a:pt x="189533" y="145330"/>
                  </a:lnTo>
                  <a:lnTo>
                    <a:pt x="189812" y="145833"/>
                  </a:lnTo>
                  <a:lnTo>
                    <a:pt x="189979" y="146335"/>
                  </a:lnTo>
                  <a:lnTo>
                    <a:pt x="190091" y="146893"/>
                  </a:lnTo>
                  <a:lnTo>
                    <a:pt x="190202" y="147451"/>
                  </a:lnTo>
                  <a:lnTo>
                    <a:pt x="190202" y="148009"/>
                  </a:lnTo>
                  <a:lnTo>
                    <a:pt x="190202" y="148567"/>
                  </a:lnTo>
                  <a:lnTo>
                    <a:pt x="190091" y="149125"/>
                  </a:lnTo>
                  <a:lnTo>
                    <a:pt x="189979" y="149628"/>
                  </a:lnTo>
                  <a:lnTo>
                    <a:pt x="189812" y="150186"/>
                  </a:lnTo>
                  <a:lnTo>
                    <a:pt x="189533" y="150632"/>
                  </a:lnTo>
                  <a:lnTo>
                    <a:pt x="189254" y="151079"/>
                  </a:lnTo>
                  <a:lnTo>
                    <a:pt x="188975" y="151525"/>
                  </a:lnTo>
                  <a:lnTo>
                    <a:pt x="188584" y="151916"/>
                  </a:lnTo>
                  <a:lnTo>
                    <a:pt x="188193" y="152307"/>
                  </a:lnTo>
                  <a:lnTo>
                    <a:pt x="187747" y="152586"/>
                  </a:lnTo>
                  <a:lnTo>
                    <a:pt x="187300" y="152865"/>
                  </a:lnTo>
                  <a:lnTo>
                    <a:pt x="186854" y="153144"/>
                  </a:lnTo>
                  <a:lnTo>
                    <a:pt x="186296" y="153311"/>
                  </a:lnTo>
                  <a:lnTo>
                    <a:pt x="185793" y="153423"/>
                  </a:lnTo>
                  <a:lnTo>
                    <a:pt x="185235" y="153534"/>
                  </a:lnTo>
                  <a:lnTo>
                    <a:pt x="184119" y="153534"/>
                  </a:lnTo>
                  <a:lnTo>
                    <a:pt x="183561" y="153423"/>
                  </a:lnTo>
                  <a:lnTo>
                    <a:pt x="183003" y="153311"/>
                  </a:lnTo>
                  <a:lnTo>
                    <a:pt x="182500" y="153144"/>
                  </a:lnTo>
                  <a:lnTo>
                    <a:pt x="181998" y="152865"/>
                  </a:lnTo>
                  <a:lnTo>
                    <a:pt x="181552" y="152586"/>
                  </a:lnTo>
                  <a:lnTo>
                    <a:pt x="181161" y="152307"/>
                  </a:lnTo>
                  <a:lnTo>
                    <a:pt x="180770" y="151916"/>
                  </a:lnTo>
                  <a:lnTo>
                    <a:pt x="180380" y="151525"/>
                  </a:lnTo>
                  <a:lnTo>
                    <a:pt x="180045" y="151079"/>
                  </a:lnTo>
                  <a:lnTo>
                    <a:pt x="179766" y="150632"/>
                  </a:lnTo>
                  <a:lnTo>
                    <a:pt x="179543" y="150186"/>
                  </a:lnTo>
                  <a:lnTo>
                    <a:pt x="179375" y="149628"/>
                  </a:lnTo>
                  <a:lnTo>
                    <a:pt x="179208" y="149125"/>
                  </a:lnTo>
                  <a:lnTo>
                    <a:pt x="179152" y="148567"/>
                  </a:lnTo>
                  <a:lnTo>
                    <a:pt x="179096" y="148009"/>
                  </a:lnTo>
                  <a:lnTo>
                    <a:pt x="179152" y="147451"/>
                  </a:lnTo>
                  <a:lnTo>
                    <a:pt x="179208" y="146893"/>
                  </a:lnTo>
                  <a:lnTo>
                    <a:pt x="179375" y="146335"/>
                  </a:lnTo>
                  <a:lnTo>
                    <a:pt x="179543" y="145833"/>
                  </a:lnTo>
                  <a:lnTo>
                    <a:pt x="179766" y="145330"/>
                  </a:lnTo>
                  <a:lnTo>
                    <a:pt x="180045" y="144884"/>
                  </a:lnTo>
                  <a:lnTo>
                    <a:pt x="180380" y="144493"/>
                  </a:lnTo>
                  <a:lnTo>
                    <a:pt x="180770" y="144103"/>
                  </a:lnTo>
                  <a:lnTo>
                    <a:pt x="181161" y="143712"/>
                  </a:lnTo>
                  <a:lnTo>
                    <a:pt x="181552" y="143377"/>
                  </a:lnTo>
                  <a:lnTo>
                    <a:pt x="181998" y="143098"/>
                  </a:lnTo>
                  <a:lnTo>
                    <a:pt x="182500" y="142875"/>
                  </a:lnTo>
                  <a:lnTo>
                    <a:pt x="183003" y="142707"/>
                  </a:lnTo>
                  <a:lnTo>
                    <a:pt x="183561" y="142540"/>
                  </a:lnTo>
                  <a:lnTo>
                    <a:pt x="184119" y="142484"/>
                  </a:lnTo>
                  <a:lnTo>
                    <a:pt x="184677" y="142428"/>
                  </a:lnTo>
                  <a:close/>
                  <a:moveTo>
                    <a:pt x="0" y="0"/>
                  </a:moveTo>
                  <a:lnTo>
                    <a:pt x="0" y="160734"/>
                  </a:lnTo>
                  <a:lnTo>
                    <a:pt x="285750" y="160734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" name="Google Shape;227;p26"/>
          <p:cNvSpPr txBox="1"/>
          <p:nvPr>
            <p:ph type="title"/>
          </p:nvPr>
        </p:nvSpPr>
        <p:spPr>
          <a:xfrm>
            <a:off x="457200" y="1425175"/>
            <a:ext cx="31014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8" name="Google Shape;228;p26"/>
          <p:cNvSpPr txBox="1"/>
          <p:nvPr>
            <p:ph idx="1" type="body"/>
          </p:nvPr>
        </p:nvSpPr>
        <p:spPr>
          <a:xfrm>
            <a:off x="457200" y="2419350"/>
            <a:ext cx="3101400" cy="18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229" name="Google Shape;229;p2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8204" y="2372421"/>
            <a:ext cx="3533400" cy="261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7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33" name="Google Shape;233;p27"/>
          <p:cNvSpPr txBox="1"/>
          <p:nvPr>
            <p:ph idx="1" type="body"/>
          </p:nvPr>
        </p:nvSpPr>
        <p:spPr>
          <a:xfrm>
            <a:off x="457200" y="2082325"/>
            <a:ext cx="2392500" cy="27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4" name="Google Shape;234;p27"/>
          <p:cNvSpPr txBox="1"/>
          <p:nvPr>
            <p:ph idx="2" type="body"/>
          </p:nvPr>
        </p:nvSpPr>
        <p:spPr>
          <a:xfrm>
            <a:off x="2993928" y="2082325"/>
            <a:ext cx="2392500" cy="27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5" name="Google Shape;235;p2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38" name="Google Shape;238;p28"/>
          <p:cNvSpPr txBox="1"/>
          <p:nvPr>
            <p:ph idx="1" type="body"/>
          </p:nvPr>
        </p:nvSpPr>
        <p:spPr>
          <a:xfrm>
            <a:off x="457200" y="2082325"/>
            <a:ext cx="2359800" cy="28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9" name="Google Shape;239;p28"/>
          <p:cNvSpPr txBox="1"/>
          <p:nvPr>
            <p:ph idx="2" type="body"/>
          </p:nvPr>
        </p:nvSpPr>
        <p:spPr>
          <a:xfrm>
            <a:off x="3392100" y="2082325"/>
            <a:ext cx="2359800" cy="28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0" name="Google Shape;240;p28"/>
          <p:cNvSpPr txBox="1"/>
          <p:nvPr>
            <p:ph idx="3" type="body"/>
          </p:nvPr>
        </p:nvSpPr>
        <p:spPr>
          <a:xfrm>
            <a:off x="6326997" y="2082325"/>
            <a:ext cx="2359800" cy="28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1" name="Google Shape;241;p2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72725" y="2225700"/>
            <a:ext cx="3118876" cy="276539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9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5" name="Google Shape;245;p2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no illustration">
  <p:cSld name="TITLE_ONLY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8" name="Google Shape;248;p3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>
              <a:spcBef>
                <a:spcPts val="360"/>
              </a:spcBef>
              <a:spcAft>
                <a:spcPts val="0"/>
              </a:spcAft>
              <a:buSzPts val="1600"/>
              <a:buNone/>
              <a:defRPr sz="1600"/>
            </a:lvl1pPr>
          </a:lstStyle>
          <a:p/>
        </p:txBody>
      </p:sp>
      <p:sp>
        <p:nvSpPr>
          <p:cNvPr id="251" name="Google Shape;251;p3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2" name="Google Shape;25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30275" y="2032125"/>
            <a:ext cx="3761325" cy="295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41170" y="2518284"/>
            <a:ext cx="3450425" cy="247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 illustration">
  <p:cSld name="BLANK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Anton"/>
              <a:buNone/>
              <a:defRPr b="0" i="0" sz="2800" u="none" cap="none" strike="noStrike"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Anaheim"/>
              <a:buChar char="■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sz="4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sz="4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sz="4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sz="4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sz="4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sz="4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sz="4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sz="4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b="1" sz="4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4" name="Google Shape;204;p21"/>
          <p:cNvSpPr txBox="1"/>
          <p:nvPr>
            <p:ph idx="1" type="body"/>
          </p:nvPr>
        </p:nvSpPr>
        <p:spPr>
          <a:xfrm>
            <a:off x="457200" y="2038350"/>
            <a:ext cx="4929300" cy="18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"/>
              <a:buChar char="●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1pPr>
            <a:lvl2pPr indent="-3683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"/>
              <a:buChar char="○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2pPr>
            <a:lvl3pPr indent="-3683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"/>
              <a:buChar char="■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3pPr>
            <a:lvl4pPr indent="-3683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●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4pPr>
            <a:lvl5pPr indent="-3683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○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5pPr>
            <a:lvl6pPr indent="-3683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■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6pPr>
            <a:lvl7pPr indent="-3683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●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7pPr>
            <a:lvl8pPr indent="-3683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○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8pPr>
            <a:lvl9pPr indent="-3683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■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/>
        </p:txBody>
      </p:sp>
      <p:sp>
        <p:nvSpPr>
          <p:cNvPr id="205" name="Google Shape;205;p2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rtl="0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rtl="0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rtl="0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rtl="0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rtl="0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rtl="0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rtl="0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rtl="0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/>
          <p:nvPr>
            <p:ph type="ctrTitle"/>
          </p:nvPr>
        </p:nvSpPr>
        <p:spPr>
          <a:xfrm>
            <a:off x="685800" y="696425"/>
            <a:ext cx="5391000" cy="293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Habitotchi  Group 7</a:t>
            </a:r>
            <a:endParaRPr/>
          </a:p>
        </p:txBody>
      </p:sp>
      <p:sp>
        <p:nvSpPr>
          <p:cNvPr id="263" name="Google Shape;263;p34"/>
          <p:cNvSpPr txBox="1"/>
          <p:nvPr/>
        </p:nvSpPr>
        <p:spPr>
          <a:xfrm>
            <a:off x="717175" y="3284175"/>
            <a:ext cx="3796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434343"/>
                </a:solidFill>
                <a:latin typeface="Economica"/>
                <a:ea typeface="Economica"/>
                <a:cs typeface="Economica"/>
                <a:sym typeface="Economica"/>
              </a:rPr>
              <a:t>Peter Ma, Vincent Cacciatore, Sairaja Kurelli, Cole Harper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/>
        </p:nvSpPr>
        <p:spPr>
          <a:xfrm>
            <a:off x="716400" y="467075"/>
            <a:ext cx="5493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uli"/>
                <a:ea typeface="Muli"/>
                <a:cs typeface="Muli"/>
                <a:sym typeface="Muli"/>
              </a:rPr>
              <a:t>Our App</a:t>
            </a:r>
            <a:endParaRPr sz="2500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850450" y="1122600"/>
            <a:ext cx="505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An Accountability Manager with Pets!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Track and build healthy habits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Have cute virtual pets for each habit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See the progress you’ve made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/>
        </p:nvSpPr>
        <p:spPr>
          <a:xfrm>
            <a:off x="571500" y="462625"/>
            <a:ext cx="5905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uli"/>
                <a:ea typeface="Muli"/>
                <a:cs typeface="Muli"/>
                <a:sym typeface="Muli"/>
              </a:rPr>
              <a:t>Target Audience</a:t>
            </a:r>
            <a:endParaRPr sz="2500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75" name="Google Shape;275;p36"/>
          <p:cNvSpPr txBox="1"/>
          <p:nvPr/>
        </p:nvSpPr>
        <p:spPr>
          <a:xfrm>
            <a:off x="647300" y="1110925"/>
            <a:ext cx="4644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●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Anyone that wants to have a friendly pet to keep them company as they </a:t>
            </a:r>
            <a:r>
              <a:rPr lang="en">
                <a:latin typeface="Muli"/>
                <a:ea typeface="Muli"/>
                <a:cs typeface="Muli"/>
                <a:sym typeface="Muli"/>
              </a:rPr>
              <a:t>strive to build healthy habits!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●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Benefits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○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Accountability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○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Additional Reward System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/>
        </p:nvSpPr>
        <p:spPr>
          <a:xfrm>
            <a:off x="314900" y="288675"/>
            <a:ext cx="5292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Frameworks Used: 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UIKit 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SwiftUI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CoreData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SpriteKit 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PhotosUI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Photos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AVKit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Circular Progress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UserDefaults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/>
        </p:nvSpPr>
        <p:spPr>
          <a:xfrm>
            <a:off x="568575" y="489850"/>
            <a:ext cx="4671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Difficulties We Ran Into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SpriteKit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Time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Merging Code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Animation 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Core Data 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/>
        </p:nvSpPr>
        <p:spPr>
          <a:xfrm>
            <a:off x="664800" y="376150"/>
            <a:ext cx="7767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Future Plans 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Bring in outside 8-bit artist to make assets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Further flush out the reward system 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Cosmetics 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Implement sharing animals 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Themes</a:t>
            </a:r>
            <a:endParaRPr>
              <a:latin typeface="Muli"/>
              <a:ea typeface="Muli"/>
              <a:cs typeface="Muli"/>
              <a:sym typeface="Mul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-"/>
            </a:pPr>
            <a:r>
              <a:rPr lang="en">
                <a:latin typeface="Muli"/>
                <a:ea typeface="Muli"/>
                <a:cs typeface="Muli"/>
                <a:sym typeface="Muli"/>
              </a:rPr>
              <a:t>More backgrounds</a:t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291" name="Google Shape;29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433" y="878000"/>
            <a:ext cx="2061075" cy="213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8063" y="3093100"/>
            <a:ext cx="3236670" cy="665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/>
        </p:nvSpPr>
        <p:spPr>
          <a:xfrm>
            <a:off x="2319600" y="2371650"/>
            <a:ext cx="450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uli"/>
                <a:ea typeface="Muli"/>
                <a:cs typeface="Muli"/>
                <a:sym typeface="Muli"/>
              </a:rPr>
              <a:t>Thank you!</a:t>
            </a:r>
            <a:endParaRPr sz="3000"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lat Style Disease Presentation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ower template">
  <a:themeElements>
    <a:clrScheme name="Custom 347">
      <a:dk1>
        <a:srgbClr val="65617D"/>
      </a:dk1>
      <a:lt1>
        <a:srgbClr val="FFFFFF"/>
      </a:lt1>
      <a:dk2>
        <a:srgbClr val="A7D86D"/>
      </a:dk2>
      <a:lt2>
        <a:srgbClr val="ECEBF0"/>
      </a:lt2>
      <a:accent1>
        <a:srgbClr val="A7D86D"/>
      </a:accent1>
      <a:accent2>
        <a:srgbClr val="7CBE5F"/>
      </a:accent2>
      <a:accent3>
        <a:srgbClr val="52A551"/>
      </a:accent3>
      <a:accent4>
        <a:srgbClr val="D8D5EB"/>
      </a:accent4>
      <a:accent5>
        <a:srgbClr val="A7A4BC"/>
      </a:accent5>
      <a:accent6>
        <a:srgbClr val="65617D"/>
      </a:accent6>
      <a:hlink>
        <a:srgbClr val="65617D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